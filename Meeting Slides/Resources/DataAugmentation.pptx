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>
        <p:scale>
          <a:sx n="80" d="100"/>
          <a:sy n="80" d="100"/>
        </p:scale>
        <p:origin x="784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hyperlink" Target="https://mostly.ai/" TargetMode="External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hyperlink" Target="https://mostly.ai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B68D2D-9D57-4069-94E0-064C529CA3D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D537E60-3557-4398-B3E7-4D5E4A0B718E}">
      <dgm:prSet/>
      <dgm:spPr/>
      <dgm:t>
        <a:bodyPr/>
        <a:lstStyle/>
        <a:p>
          <a:r>
            <a:rPr lang="en-GB"/>
            <a:t>Technique used to artificially increase the size and diversity of a training dataset by creating modified versions of existing data.</a:t>
          </a:r>
          <a:endParaRPr lang="en-US"/>
        </a:p>
      </dgm:t>
    </dgm:pt>
    <dgm:pt modelId="{A527086F-B2D5-4F7B-BF69-18F396F1D880}" type="parTrans" cxnId="{1141601C-05D1-4593-A1AD-FFE1B03A4A45}">
      <dgm:prSet/>
      <dgm:spPr/>
      <dgm:t>
        <a:bodyPr/>
        <a:lstStyle/>
        <a:p>
          <a:endParaRPr lang="en-US"/>
        </a:p>
      </dgm:t>
    </dgm:pt>
    <dgm:pt modelId="{E1EA3B9E-2862-4780-A930-F158AABF35CD}" type="sibTrans" cxnId="{1141601C-05D1-4593-A1AD-FFE1B03A4A45}">
      <dgm:prSet/>
      <dgm:spPr/>
      <dgm:t>
        <a:bodyPr/>
        <a:lstStyle/>
        <a:p>
          <a:endParaRPr lang="en-US"/>
        </a:p>
      </dgm:t>
    </dgm:pt>
    <dgm:pt modelId="{2FFDEC95-277D-4DE7-9690-9F6995537A8B}">
      <dgm:prSet/>
      <dgm:spPr/>
      <dgm:t>
        <a:bodyPr/>
        <a:lstStyle/>
        <a:p>
          <a:r>
            <a:rPr lang="en-GB"/>
            <a:t>Enables models to learn invariant features, such as recognizing a cat regardless of its orientation or lighting, by exposing them to varied but realistic input variations.</a:t>
          </a:r>
          <a:endParaRPr lang="en-US"/>
        </a:p>
      </dgm:t>
    </dgm:pt>
    <dgm:pt modelId="{4F841A1C-FDA4-4FE8-84B1-F3E66C2FAD64}" type="parTrans" cxnId="{6A1A6261-9F3E-4E74-A021-5B3172A59731}">
      <dgm:prSet/>
      <dgm:spPr/>
      <dgm:t>
        <a:bodyPr/>
        <a:lstStyle/>
        <a:p>
          <a:endParaRPr lang="en-US"/>
        </a:p>
      </dgm:t>
    </dgm:pt>
    <dgm:pt modelId="{FBD34CC4-A9A6-4A5E-B455-ADEC9F6F9591}" type="sibTrans" cxnId="{6A1A6261-9F3E-4E74-A021-5B3172A59731}">
      <dgm:prSet/>
      <dgm:spPr/>
      <dgm:t>
        <a:bodyPr/>
        <a:lstStyle/>
        <a:p>
          <a:endParaRPr lang="en-US"/>
        </a:p>
      </dgm:t>
    </dgm:pt>
    <dgm:pt modelId="{5DC8A471-4847-45BA-AA2A-1F7653C70387}">
      <dgm:prSet/>
      <dgm:spPr/>
      <dgm:t>
        <a:bodyPr/>
        <a:lstStyle/>
        <a:p>
          <a:r>
            <a:rPr lang="en-GB"/>
            <a:t>Widely used in computer vision, natural language processing and audio processing.</a:t>
          </a:r>
          <a:endParaRPr lang="en-US"/>
        </a:p>
      </dgm:t>
    </dgm:pt>
    <dgm:pt modelId="{3BA643C8-3CBF-4976-A33C-AEE535F5FA94}" type="parTrans" cxnId="{BD9D9F05-2C07-40EE-8224-1454246BB0F3}">
      <dgm:prSet/>
      <dgm:spPr/>
      <dgm:t>
        <a:bodyPr/>
        <a:lstStyle/>
        <a:p>
          <a:endParaRPr lang="en-US"/>
        </a:p>
      </dgm:t>
    </dgm:pt>
    <dgm:pt modelId="{6573C21F-7051-4C2E-8526-D7ED5E727E94}" type="sibTrans" cxnId="{BD9D9F05-2C07-40EE-8224-1454246BB0F3}">
      <dgm:prSet/>
      <dgm:spPr/>
      <dgm:t>
        <a:bodyPr/>
        <a:lstStyle/>
        <a:p>
          <a:endParaRPr lang="en-US"/>
        </a:p>
      </dgm:t>
    </dgm:pt>
    <dgm:pt modelId="{7F14A7A4-B9A6-44A1-905C-AEE2017B4ACF}">
      <dgm:prSet/>
      <dgm:spPr/>
      <dgm:t>
        <a:bodyPr/>
        <a:lstStyle/>
        <a:p>
          <a:r>
            <a:rPr lang="en-GB"/>
            <a:t>Augmented data is derived from real data through transformations (while synthetic data is generated from scaratch</a:t>
          </a:r>
          <a:endParaRPr lang="en-US"/>
        </a:p>
      </dgm:t>
    </dgm:pt>
    <dgm:pt modelId="{7AFDB139-B61E-40E3-AA56-81198AE650B2}" type="parTrans" cxnId="{3861E2CC-210F-424F-9E81-0E107AAD0389}">
      <dgm:prSet/>
      <dgm:spPr/>
      <dgm:t>
        <a:bodyPr/>
        <a:lstStyle/>
        <a:p>
          <a:endParaRPr lang="en-US"/>
        </a:p>
      </dgm:t>
    </dgm:pt>
    <dgm:pt modelId="{51EFE7F1-2A01-458F-84D2-0716870B2F04}" type="sibTrans" cxnId="{3861E2CC-210F-424F-9E81-0E107AAD0389}">
      <dgm:prSet/>
      <dgm:spPr/>
      <dgm:t>
        <a:bodyPr/>
        <a:lstStyle/>
        <a:p>
          <a:endParaRPr lang="en-US"/>
        </a:p>
      </dgm:t>
    </dgm:pt>
    <dgm:pt modelId="{6212ACE0-C9D8-489B-97F4-75A323DD5699}" type="pres">
      <dgm:prSet presAssocID="{D0B68D2D-9D57-4069-94E0-064C529CA3DD}" presName="root" presStyleCnt="0">
        <dgm:presLayoutVars>
          <dgm:dir/>
          <dgm:resizeHandles val="exact"/>
        </dgm:presLayoutVars>
      </dgm:prSet>
      <dgm:spPr/>
    </dgm:pt>
    <dgm:pt modelId="{A61C2A00-C7BC-4400-9059-EC79EB94802D}" type="pres">
      <dgm:prSet presAssocID="{7D537E60-3557-4398-B3E7-4D5E4A0B718E}" presName="compNode" presStyleCnt="0"/>
      <dgm:spPr/>
    </dgm:pt>
    <dgm:pt modelId="{9FD1F24D-7D19-4B1F-BF04-B2D9F0844168}" type="pres">
      <dgm:prSet presAssocID="{7D537E60-3557-4398-B3E7-4D5E4A0B718E}" presName="bgRect" presStyleLbl="bgShp" presStyleIdx="0" presStyleCnt="4"/>
      <dgm:spPr/>
    </dgm:pt>
    <dgm:pt modelId="{ECA65822-6F71-455C-A07C-7AD9C2656476}" type="pres">
      <dgm:prSet presAssocID="{7D537E60-3557-4398-B3E7-4D5E4A0B718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E615336-10F0-45C8-84E4-1005A0F812FA}" type="pres">
      <dgm:prSet presAssocID="{7D537E60-3557-4398-B3E7-4D5E4A0B718E}" presName="spaceRect" presStyleCnt="0"/>
      <dgm:spPr/>
    </dgm:pt>
    <dgm:pt modelId="{4DE7E0C1-97D8-440F-8D98-AECE6FB0E6CF}" type="pres">
      <dgm:prSet presAssocID="{7D537E60-3557-4398-B3E7-4D5E4A0B718E}" presName="parTx" presStyleLbl="revTx" presStyleIdx="0" presStyleCnt="4">
        <dgm:presLayoutVars>
          <dgm:chMax val="0"/>
          <dgm:chPref val="0"/>
        </dgm:presLayoutVars>
      </dgm:prSet>
      <dgm:spPr/>
    </dgm:pt>
    <dgm:pt modelId="{52394EC1-6410-427C-A201-E4DD71126C2A}" type="pres">
      <dgm:prSet presAssocID="{E1EA3B9E-2862-4780-A930-F158AABF35CD}" presName="sibTrans" presStyleCnt="0"/>
      <dgm:spPr/>
    </dgm:pt>
    <dgm:pt modelId="{CF2759FF-3AC1-4B80-9AA1-18A32F59EAA7}" type="pres">
      <dgm:prSet presAssocID="{2FFDEC95-277D-4DE7-9690-9F6995537A8B}" presName="compNode" presStyleCnt="0"/>
      <dgm:spPr/>
    </dgm:pt>
    <dgm:pt modelId="{7605333F-BED4-4014-B00C-EF4E0241C8FA}" type="pres">
      <dgm:prSet presAssocID="{2FFDEC95-277D-4DE7-9690-9F6995537A8B}" presName="bgRect" presStyleLbl="bgShp" presStyleIdx="1" presStyleCnt="4"/>
      <dgm:spPr/>
    </dgm:pt>
    <dgm:pt modelId="{F82B78A5-4CA3-48A3-8F67-4CE69C4E1551}" type="pres">
      <dgm:prSet presAssocID="{2FFDEC95-277D-4DE7-9690-9F6995537A8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"/>
        </a:ext>
      </dgm:extLst>
    </dgm:pt>
    <dgm:pt modelId="{73AEECAD-12DD-41B7-A168-E15FF7BC1D63}" type="pres">
      <dgm:prSet presAssocID="{2FFDEC95-277D-4DE7-9690-9F6995537A8B}" presName="spaceRect" presStyleCnt="0"/>
      <dgm:spPr/>
    </dgm:pt>
    <dgm:pt modelId="{41B25A0D-F2AF-43DD-996E-81D9E98F0F8A}" type="pres">
      <dgm:prSet presAssocID="{2FFDEC95-277D-4DE7-9690-9F6995537A8B}" presName="parTx" presStyleLbl="revTx" presStyleIdx="1" presStyleCnt="4">
        <dgm:presLayoutVars>
          <dgm:chMax val="0"/>
          <dgm:chPref val="0"/>
        </dgm:presLayoutVars>
      </dgm:prSet>
      <dgm:spPr/>
    </dgm:pt>
    <dgm:pt modelId="{300F699B-1FA2-44C5-A23A-6485043D1884}" type="pres">
      <dgm:prSet presAssocID="{FBD34CC4-A9A6-4A5E-B455-ADEC9F6F9591}" presName="sibTrans" presStyleCnt="0"/>
      <dgm:spPr/>
    </dgm:pt>
    <dgm:pt modelId="{0190F03D-358B-4236-8FCA-25441BA73165}" type="pres">
      <dgm:prSet presAssocID="{5DC8A471-4847-45BA-AA2A-1F7653C70387}" presName="compNode" presStyleCnt="0"/>
      <dgm:spPr/>
    </dgm:pt>
    <dgm:pt modelId="{5FDD7093-41D4-44FA-848F-1E377FD488C0}" type="pres">
      <dgm:prSet presAssocID="{5DC8A471-4847-45BA-AA2A-1F7653C70387}" presName="bgRect" presStyleLbl="bgShp" presStyleIdx="2" presStyleCnt="4"/>
      <dgm:spPr/>
    </dgm:pt>
    <dgm:pt modelId="{3A147757-A1A9-49AF-848C-7E2DEE84CF78}" type="pres">
      <dgm:prSet presAssocID="{5DC8A471-4847-45BA-AA2A-1F7653C7038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"/>
        </a:ext>
      </dgm:extLst>
    </dgm:pt>
    <dgm:pt modelId="{88AF3419-782E-4276-B9F8-A876BE4EE5D8}" type="pres">
      <dgm:prSet presAssocID="{5DC8A471-4847-45BA-AA2A-1F7653C70387}" presName="spaceRect" presStyleCnt="0"/>
      <dgm:spPr/>
    </dgm:pt>
    <dgm:pt modelId="{CABD508A-A707-467E-B696-1182526C18F4}" type="pres">
      <dgm:prSet presAssocID="{5DC8A471-4847-45BA-AA2A-1F7653C70387}" presName="parTx" presStyleLbl="revTx" presStyleIdx="2" presStyleCnt="4">
        <dgm:presLayoutVars>
          <dgm:chMax val="0"/>
          <dgm:chPref val="0"/>
        </dgm:presLayoutVars>
      </dgm:prSet>
      <dgm:spPr/>
    </dgm:pt>
    <dgm:pt modelId="{A5B3B16A-A40B-4C16-A8E1-AC17B757778C}" type="pres">
      <dgm:prSet presAssocID="{6573C21F-7051-4C2E-8526-D7ED5E727E94}" presName="sibTrans" presStyleCnt="0"/>
      <dgm:spPr/>
    </dgm:pt>
    <dgm:pt modelId="{B4733635-9CB5-4A83-8636-28016AFED6E9}" type="pres">
      <dgm:prSet presAssocID="{7F14A7A4-B9A6-44A1-905C-AEE2017B4ACF}" presName="compNode" presStyleCnt="0"/>
      <dgm:spPr/>
    </dgm:pt>
    <dgm:pt modelId="{006A2D72-C600-460E-9726-5B79BA7F2332}" type="pres">
      <dgm:prSet presAssocID="{7F14A7A4-B9A6-44A1-905C-AEE2017B4ACF}" presName="bgRect" presStyleLbl="bgShp" presStyleIdx="3" presStyleCnt="4"/>
      <dgm:spPr/>
    </dgm:pt>
    <dgm:pt modelId="{31FF4ADE-7238-4EE6-BC67-A833E4B17595}" type="pres">
      <dgm:prSet presAssocID="{7F14A7A4-B9A6-44A1-905C-AEE2017B4AC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24F80865-E559-415B-A772-6DDCEF0278E8}" type="pres">
      <dgm:prSet presAssocID="{7F14A7A4-B9A6-44A1-905C-AEE2017B4ACF}" presName="spaceRect" presStyleCnt="0"/>
      <dgm:spPr/>
    </dgm:pt>
    <dgm:pt modelId="{754F2DDC-63C2-4D4F-A57F-FBA93EBAA0C4}" type="pres">
      <dgm:prSet presAssocID="{7F14A7A4-B9A6-44A1-905C-AEE2017B4AC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1204602-6FB6-4CAB-B5A9-B3CA17C012F4}" type="presOf" srcId="{D0B68D2D-9D57-4069-94E0-064C529CA3DD}" destId="{6212ACE0-C9D8-489B-97F4-75A323DD5699}" srcOrd="0" destOrd="0" presId="urn:microsoft.com/office/officeart/2018/2/layout/IconVerticalSolidList"/>
    <dgm:cxn modelId="{BD9D9F05-2C07-40EE-8224-1454246BB0F3}" srcId="{D0B68D2D-9D57-4069-94E0-064C529CA3DD}" destId="{5DC8A471-4847-45BA-AA2A-1F7653C70387}" srcOrd="2" destOrd="0" parTransId="{3BA643C8-3CBF-4976-A33C-AEE535F5FA94}" sibTransId="{6573C21F-7051-4C2E-8526-D7ED5E727E94}"/>
    <dgm:cxn modelId="{1141601C-05D1-4593-A1AD-FFE1B03A4A45}" srcId="{D0B68D2D-9D57-4069-94E0-064C529CA3DD}" destId="{7D537E60-3557-4398-B3E7-4D5E4A0B718E}" srcOrd="0" destOrd="0" parTransId="{A527086F-B2D5-4F7B-BF69-18F396F1D880}" sibTransId="{E1EA3B9E-2862-4780-A930-F158AABF35CD}"/>
    <dgm:cxn modelId="{9A199247-31E9-4AD8-B70E-7B0738D9781E}" type="presOf" srcId="{5DC8A471-4847-45BA-AA2A-1F7653C70387}" destId="{CABD508A-A707-467E-B696-1182526C18F4}" srcOrd="0" destOrd="0" presId="urn:microsoft.com/office/officeart/2018/2/layout/IconVerticalSolidList"/>
    <dgm:cxn modelId="{6E7F0348-DDC8-4F0B-9753-DCA54B6C2232}" type="presOf" srcId="{2FFDEC95-277D-4DE7-9690-9F6995537A8B}" destId="{41B25A0D-F2AF-43DD-996E-81D9E98F0F8A}" srcOrd="0" destOrd="0" presId="urn:microsoft.com/office/officeart/2018/2/layout/IconVerticalSolidList"/>
    <dgm:cxn modelId="{3B66C353-3F47-4CDD-B51D-BC6988986DAA}" type="presOf" srcId="{7F14A7A4-B9A6-44A1-905C-AEE2017B4ACF}" destId="{754F2DDC-63C2-4D4F-A57F-FBA93EBAA0C4}" srcOrd="0" destOrd="0" presId="urn:microsoft.com/office/officeart/2018/2/layout/IconVerticalSolidList"/>
    <dgm:cxn modelId="{6A1A6261-9F3E-4E74-A021-5B3172A59731}" srcId="{D0B68D2D-9D57-4069-94E0-064C529CA3DD}" destId="{2FFDEC95-277D-4DE7-9690-9F6995537A8B}" srcOrd="1" destOrd="0" parTransId="{4F841A1C-FDA4-4FE8-84B1-F3E66C2FAD64}" sibTransId="{FBD34CC4-A9A6-4A5E-B455-ADEC9F6F9591}"/>
    <dgm:cxn modelId="{3861E2CC-210F-424F-9E81-0E107AAD0389}" srcId="{D0B68D2D-9D57-4069-94E0-064C529CA3DD}" destId="{7F14A7A4-B9A6-44A1-905C-AEE2017B4ACF}" srcOrd="3" destOrd="0" parTransId="{7AFDB139-B61E-40E3-AA56-81198AE650B2}" sibTransId="{51EFE7F1-2A01-458F-84D2-0716870B2F04}"/>
    <dgm:cxn modelId="{71A4A2E2-1B4F-43E9-829E-9E2A1D7DACB9}" type="presOf" srcId="{7D537E60-3557-4398-B3E7-4D5E4A0B718E}" destId="{4DE7E0C1-97D8-440F-8D98-AECE6FB0E6CF}" srcOrd="0" destOrd="0" presId="urn:microsoft.com/office/officeart/2018/2/layout/IconVerticalSolidList"/>
    <dgm:cxn modelId="{91958D29-A315-4ED7-9851-CC8F1B50EBA7}" type="presParOf" srcId="{6212ACE0-C9D8-489B-97F4-75A323DD5699}" destId="{A61C2A00-C7BC-4400-9059-EC79EB94802D}" srcOrd="0" destOrd="0" presId="urn:microsoft.com/office/officeart/2018/2/layout/IconVerticalSolidList"/>
    <dgm:cxn modelId="{78DA3F38-0271-47C8-B74B-AF3ED8AFFE3B}" type="presParOf" srcId="{A61C2A00-C7BC-4400-9059-EC79EB94802D}" destId="{9FD1F24D-7D19-4B1F-BF04-B2D9F0844168}" srcOrd="0" destOrd="0" presId="urn:microsoft.com/office/officeart/2018/2/layout/IconVerticalSolidList"/>
    <dgm:cxn modelId="{99686527-2D0B-4377-AC61-8A1DBEC6D022}" type="presParOf" srcId="{A61C2A00-C7BC-4400-9059-EC79EB94802D}" destId="{ECA65822-6F71-455C-A07C-7AD9C2656476}" srcOrd="1" destOrd="0" presId="urn:microsoft.com/office/officeart/2018/2/layout/IconVerticalSolidList"/>
    <dgm:cxn modelId="{3B6C352C-4198-437B-939F-134A70AEFB67}" type="presParOf" srcId="{A61C2A00-C7BC-4400-9059-EC79EB94802D}" destId="{1E615336-10F0-45C8-84E4-1005A0F812FA}" srcOrd="2" destOrd="0" presId="urn:microsoft.com/office/officeart/2018/2/layout/IconVerticalSolidList"/>
    <dgm:cxn modelId="{766D023E-4379-4434-AB11-E7C88618AB12}" type="presParOf" srcId="{A61C2A00-C7BC-4400-9059-EC79EB94802D}" destId="{4DE7E0C1-97D8-440F-8D98-AECE6FB0E6CF}" srcOrd="3" destOrd="0" presId="urn:microsoft.com/office/officeart/2018/2/layout/IconVerticalSolidList"/>
    <dgm:cxn modelId="{0C4096D7-5E73-4315-B29C-26F18845665E}" type="presParOf" srcId="{6212ACE0-C9D8-489B-97F4-75A323DD5699}" destId="{52394EC1-6410-427C-A201-E4DD71126C2A}" srcOrd="1" destOrd="0" presId="urn:microsoft.com/office/officeart/2018/2/layout/IconVerticalSolidList"/>
    <dgm:cxn modelId="{C98305FD-94F1-4FA8-94A5-21414E8A8216}" type="presParOf" srcId="{6212ACE0-C9D8-489B-97F4-75A323DD5699}" destId="{CF2759FF-3AC1-4B80-9AA1-18A32F59EAA7}" srcOrd="2" destOrd="0" presId="urn:microsoft.com/office/officeart/2018/2/layout/IconVerticalSolidList"/>
    <dgm:cxn modelId="{BBA33D6A-7B54-45EC-BBBE-DFE796E5AE81}" type="presParOf" srcId="{CF2759FF-3AC1-4B80-9AA1-18A32F59EAA7}" destId="{7605333F-BED4-4014-B00C-EF4E0241C8FA}" srcOrd="0" destOrd="0" presId="urn:microsoft.com/office/officeart/2018/2/layout/IconVerticalSolidList"/>
    <dgm:cxn modelId="{557C5BC1-D9AC-41C1-91F3-D644441DD070}" type="presParOf" srcId="{CF2759FF-3AC1-4B80-9AA1-18A32F59EAA7}" destId="{F82B78A5-4CA3-48A3-8F67-4CE69C4E1551}" srcOrd="1" destOrd="0" presId="urn:microsoft.com/office/officeart/2018/2/layout/IconVerticalSolidList"/>
    <dgm:cxn modelId="{D42B1F85-AEAB-4569-B49B-04411B606948}" type="presParOf" srcId="{CF2759FF-3AC1-4B80-9AA1-18A32F59EAA7}" destId="{73AEECAD-12DD-41B7-A168-E15FF7BC1D63}" srcOrd="2" destOrd="0" presId="urn:microsoft.com/office/officeart/2018/2/layout/IconVerticalSolidList"/>
    <dgm:cxn modelId="{028A8059-FD4D-4423-B6EF-CA94FCB9E518}" type="presParOf" srcId="{CF2759FF-3AC1-4B80-9AA1-18A32F59EAA7}" destId="{41B25A0D-F2AF-43DD-996E-81D9E98F0F8A}" srcOrd="3" destOrd="0" presId="urn:microsoft.com/office/officeart/2018/2/layout/IconVerticalSolidList"/>
    <dgm:cxn modelId="{BDF64473-1534-4601-9FB3-54BA7B804094}" type="presParOf" srcId="{6212ACE0-C9D8-489B-97F4-75A323DD5699}" destId="{300F699B-1FA2-44C5-A23A-6485043D1884}" srcOrd="3" destOrd="0" presId="urn:microsoft.com/office/officeart/2018/2/layout/IconVerticalSolidList"/>
    <dgm:cxn modelId="{CE10231C-8236-4701-A9C2-AFC4B00C638A}" type="presParOf" srcId="{6212ACE0-C9D8-489B-97F4-75A323DD5699}" destId="{0190F03D-358B-4236-8FCA-25441BA73165}" srcOrd="4" destOrd="0" presId="urn:microsoft.com/office/officeart/2018/2/layout/IconVerticalSolidList"/>
    <dgm:cxn modelId="{AC2CFE65-711A-4DCF-881E-95E8FBC6979C}" type="presParOf" srcId="{0190F03D-358B-4236-8FCA-25441BA73165}" destId="{5FDD7093-41D4-44FA-848F-1E377FD488C0}" srcOrd="0" destOrd="0" presId="urn:microsoft.com/office/officeart/2018/2/layout/IconVerticalSolidList"/>
    <dgm:cxn modelId="{724F8F1C-254C-4A84-BA65-F29FDF8CF969}" type="presParOf" srcId="{0190F03D-358B-4236-8FCA-25441BA73165}" destId="{3A147757-A1A9-49AF-848C-7E2DEE84CF78}" srcOrd="1" destOrd="0" presId="urn:microsoft.com/office/officeart/2018/2/layout/IconVerticalSolidList"/>
    <dgm:cxn modelId="{60322623-53A0-4554-A6C7-DF7CB5E48EFF}" type="presParOf" srcId="{0190F03D-358B-4236-8FCA-25441BA73165}" destId="{88AF3419-782E-4276-B9F8-A876BE4EE5D8}" srcOrd="2" destOrd="0" presId="urn:microsoft.com/office/officeart/2018/2/layout/IconVerticalSolidList"/>
    <dgm:cxn modelId="{CE3972C4-ACF6-44D8-9ED9-0B5F6129FD7E}" type="presParOf" srcId="{0190F03D-358B-4236-8FCA-25441BA73165}" destId="{CABD508A-A707-467E-B696-1182526C18F4}" srcOrd="3" destOrd="0" presId="urn:microsoft.com/office/officeart/2018/2/layout/IconVerticalSolidList"/>
    <dgm:cxn modelId="{6CFE0DBF-3CE7-4981-BED7-27BE6F9B2510}" type="presParOf" srcId="{6212ACE0-C9D8-489B-97F4-75A323DD5699}" destId="{A5B3B16A-A40B-4C16-A8E1-AC17B757778C}" srcOrd="5" destOrd="0" presId="urn:microsoft.com/office/officeart/2018/2/layout/IconVerticalSolidList"/>
    <dgm:cxn modelId="{91C4B8E3-C196-451B-8BCF-3DDA01C42A34}" type="presParOf" srcId="{6212ACE0-C9D8-489B-97F4-75A323DD5699}" destId="{B4733635-9CB5-4A83-8636-28016AFED6E9}" srcOrd="6" destOrd="0" presId="urn:microsoft.com/office/officeart/2018/2/layout/IconVerticalSolidList"/>
    <dgm:cxn modelId="{E494C872-0459-4E46-8D1D-CE64202A6A0E}" type="presParOf" srcId="{B4733635-9CB5-4A83-8636-28016AFED6E9}" destId="{006A2D72-C600-460E-9726-5B79BA7F2332}" srcOrd="0" destOrd="0" presId="urn:microsoft.com/office/officeart/2018/2/layout/IconVerticalSolidList"/>
    <dgm:cxn modelId="{597C9F29-F0A8-4920-A24A-8A5F178F960D}" type="presParOf" srcId="{B4733635-9CB5-4A83-8636-28016AFED6E9}" destId="{31FF4ADE-7238-4EE6-BC67-A833E4B17595}" srcOrd="1" destOrd="0" presId="urn:microsoft.com/office/officeart/2018/2/layout/IconVerticalSolidList"/>
    <dgm:cxn modelId="{23E6248D-F975-4FF3-9EC4-C2EBE2E5967C}" type="presParOf" srcId="{B4733635-9CB5-4A83-8636-28016AFED6E9}" destId="{24F80865-E559-415B-A772-6DDCEF0278E8}" srcOrd="2" destOrd="0" presId="urn:microsoft.com/office/officeart/2018/2/layout/IconVerticalSolidList"/>
    <dgm:cxn modelId="{103DFE14-D997-4C2B-88C0-A6D290B21D4A}" type="presParOf" srcId="{B4733635-9CB5-4A83-8636-28016AFED6E9}" destId="{754F2DDC-63C2-4D4F-A57F-FBA93EBAA0C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DD5BA2-9A2D-49EE-860F-B13E629B4D99}" type="doc">
      <dgm:prSet loTypeId="urn:microsoft.com/office/officeart/2005/8/layout/cycle2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54A04EB-97D3-4CE2-81C9-01D5292B5A49}">
      <dgm:prSet/>
      <dgm:spPr/>
      <dgm:t>
        <a:bodyPr/>
        <a:lstStyle/>
        <a:p>
          <a:r>
            <a:rPr lang="en-GB" dirty="0">
              <a:solidFill>
                <a:schemeClr val="accent4">
                  <a:lumMod val="40000"/>
                  <a:lumOff val="60000"/>
                </a:schemeClr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https://mostly.ai/</a:t>
          </a:r>
          <a:endParaRPr lang="en-US" dirty="0">
            <a:solidFill>
              <a:schemeClr val="accent4">
                <a:lumMod val="40000"/>
                <a:lumOff val="60000"/>
              </a:schemeClr>
            </a:solidFill>
          </a:endParaRPr>
        </a:p>
      </dgm:t>
    </dgm:pt>
    <dgm:pt modelId="{639FEA9B-55A0-4CE7-9B7A-57F4CAA161E3}" type="parTrans" cxnId="{EB68BBDD-6444-45FA-84C7-4947F28DBF63}">
      <dgm:prSet/>
      <dgm:spPr/>
      <dgm:t>
        <a:bodyPr/>
        <a:lstStyle/>
        <a:p>
          <a:endParaRPr lang="en-US"/>
        </a:p>
      </dgm:t>
    </dgm:pt>
    <dgm:pt modelId="{9DC855D4-B344-4FD7-B231-5AA82BDC056A}" type="sibTrans" cxnId="{EB68BBDD-6444-45FA-84C7-4947F28DBF63}">
      <dgm:prSet/>
      <dgm:spPr/>
      <dgm:t>
        <a:bodyPr/>
        <a:lstStyle/>
        <a:p>
          <a:endParaRPr lang="en-US"/>
        </a:p>
      </dgm:t>
    </dgm:pt>
    <dgm:pt modelId="{6919FAE9-448A-4498-805F-487A5ADCA9F6}">
      <dgm:prSet/>
      <dgm:spPr/>
      <dgm:t>
        <a:bodyPr/>
        <a:lstStyle/>
        <a:p>
          <a:r>
            <a:rPr lang="en-GB" dirty="0"/>
            <a:t>Augment your data from the previous meeting and try to improve your model’s performance.</a:t>
          </a:r>
          <a:endParaRPr lang="en-US" dirty="0"/>
        </a:p>
      </dgm:t>
    </dgm:pt>
    <dgm:pt modelId="{BDB18DCD-85A2-4772-ABAB-0E6D157B6498}" type="parTrans" cxnId="{A90A0180-293C-44C5-B931-E95F3BB40B0C}">
      <dgm:prSet/>
      <dgm:spPr/>
      <dgm:t>
        <a:bodyPr/>
        <a:lstStyle/>
        <a:p>
          <a:endParaRPr lang="en-US"/>
        </a:p>
      </dgm:t>
    </dgm:pt>
    <dgm:pt modelId="{C9B33FBA-61EA-4613-8FE0-242267ADA28D}" type="sibTrans" cxnId="{A90A0180-293C-44C5-B931-E95F3BB40B0C}">
      <dgm:prSet/>
      <dgm:spPr/>
      <dgm:t>
        <a:bodyPr/>
        <a:lstStyle/>
        <a:p>
          <a:endParaRPr lang="en-US"/>
        </a:p>
      </dgm:t>
    </dgm:pt>
    <dgm:pt modelId="{5B118724-EFD3-F546-8BB3-8E497177E643}" type="pres">
      <dgm:prSet presAssocID="{5DDD5BA2-9A2D-49EE-860F-B13E629B4D99}" presName="cycle" presStyleCnt="0">
        <dgm:presLayoutVars>
          <dgm:dir/>
          <dgm:resizeHandles val="exact"/>
        </dgm:presLayoutVars>
      </dgm:prSet>
      <dgm:spPr/>
    </dgm:pt>
    <dgm:pt modelId="{0BFDB8F0-AEB6-C24F-BC8D-344F22557ED8}" type="pres">
      <dgm:prSet presAssocID="{554A04EB-97D3-4CE2-81C9-01D5292B5A49}" presName="node" presStyleLbl="node1" presStyleIdx="0" presStyleCnt="1">
        <dgm:presLayoutVars>
          <dgm:bulletEnabled val="1"/>
        </dgm:presLayoutVars>
      </dgm:prSet>
      <dgm:spPr/>
    </dgm:pt>
  </dgm:ptLst>
  <dgm:cxnLst>
    <dgm:cxn modelId="{A90A0180-293C-44C5-B931-E95F3BB40B0C}" srcId="{554A04EB-97D3-4CE2-81C9-01D5292B5A49}" destId="{6919FAE9-448A-4498-805F-487A5ADCA9F6}" srcOrd="0" destOrd="0" parTransId="{BDB18DCD-85A2-4772-ABAB-0E6D157B6498}" sibTransId="{C9B33FBA-61EA-4613-8FE0-242267ADA28D}"/>
    <dgm:cxn modelId="{BB445496-CF67-7A4B-99C1-B0F519FF960F}" type="presOf" srcId="{6919FAE9-448A-4498-805F-487A5ADCA9F6}" destId="{0BFDB8F0-AEB6-C24F-BC8D-344F22557ED8}" srcOrd="0" destOrd="1" presId="urn:microsoft.com/office/officeart/2005/8/layout/cycle2"/>
    <dgm:cxn modelId="{778A21AD-5BB0-8C47-9EC5-0C1A431DFC99}" type="presOf" srcId="{5DDD5BA2-9A2D-49EE-860F-B13E629B4D99}" destId="{5B118724-EFD3-F546-8BB3-8E497177E643}" srcOrd="0" destOrd="0" presId="urn:microsoft.com/office/officeart/2005/8/layout/cycle2"/>
    <dgm:cxn modelId="{A2F74ADB-0E4E-A54C-AB0C-C63A9DE7C265}" type="presOf" srcId="{554A04EB-97D3-4CE2-81C9-01D5292B5A49}" destId="{0BFDB8F0-AEB6-C24F-BC8D-344F22557ED8}" srcOrd="0" destOrd="0" presId="urn:microsoft.com/office/officeart/2005/8/layout/cycle2"/>
    <dgm:cxn modelId="{EB68BBDD-6444-45FA-84C7-4947F28DBF63}" srcId="{5DDD5BA2-9A2D-49EE-860F-B13E629B4D99}" destId="{554A04EB-97D3-4CE2-81C9-01D5292B5A49}" srcOrd="0" destOrd="0" parTransId="{639FEA9B-55A0-4CE7-9B7A-57F4CAA161E3}" sibTransId="{9DC855D4-B344-4FD7-B231-5AA82BDC056A}"/>
    <dgm:cxn modelId="{CE5D7100-B4CB-604A-9955-65E210C71ACE}" type="presParOf" srcId="{5B118724-EFD3-F546-8BB3-8E497177E643}" destId="{0BFDB8F0-AEB6-C24F-BC8D-344F22557ED8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D1F24D-7D19-4B1F-BF04-B2D9F0844168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A65822-6F71-455C-A07C-7AD9C2656476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E7E0C1-97D8-440F-8D98-AECE6FB0E6CF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Technique used to artificially increase the size and diversity of a training dataset by creating modified versions of existing data.</a:t>
          </a:r>
          <a:endParaRPr lang="en-US" sz="2000" kern="1200"/>
        </a:p>
      </dsp:txBody>
      <dsp:txXfrm>
        <a:off x="1058686" y="1808"/>
        <a:ext cx="9456913" cy="916611"/>
      </dsp:txXfrm>
    </dsp:sp>
    <dsp:sp modelId="{7605333F-BED4-4014-B00C-EF4E0241C8FA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2B78A5-4CA3-48A3-8F67-4CE69C4E1551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B25A0D-F2AF-43DD-996E-81D9E98F0F8A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Enables models to learn invariant features, such as recognizing a cat regardless of its orientation or lighting, by exposing them to varied but realistic input variations.</a:t>
          </a:r>
          <a:endParaRPr lang="en-US" sz="2000" kern="1200"/>
        </a:p>
      </dsp:txBody>
      <dsp:txXfrm>
        <a:off x="1058686" y="1147573"/>
        <a:ext cx="9456913" cy="916611"/>
      </dsp:txXfrm>
    </dsp:sp>
    <dsp:sp modelId="{5FDD7093-41D4-44FA-848F-1E377FD488C0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47757-A1A9-49AF-848C-7E2DEE84CF78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BD508A-A707-467E-B696-1182526C18F4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Widely used in computer vision, natural language processing and audio processing.</a:t>
          </a:r>
          <a:endParaRPr lang="en-US" sz="2000" kern="1200"/>
        </a:p>
      </dsp:txBody>
      <dsp:txXfrm>
        <a:off x="1058686" y="2293338"/>
        <a:ext cx="9456913" cy="916611"/>
      </dsp:txXfrm>
    </dsp:sp>
    <dsp:sp modelId="{006A2D72-C600-460E-9726-5B79BA7F2332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FF4ADE-7238-4EE6-BC67-A833E4B17595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F2DDC-63C2-4D4F-A57F-FBA93EBAA0C4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Augmented data is derived from real data through transformations (while synthetic data is generated from scaratch</a:t>
          </a:r>
          <a:endParaRPr lang="en-US" sz="2000" kern="1200"/>
        </a:p>
      </dsp:txBody>
      <dsp:txXfrm>
        <a:off x="1058686" y="3439103"/>
        <a:ext cx="9456913" cy="9166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FDB8F0-AEB6-C24F-BC8D-344F22557ED8}">
      <dsp:nvSpPr>
        <dsp:cNvPr id="0" name=""/>
        <dsp:cNvSpPr/>
      </dsp:nvSpPr>
      <dsp:spPr>
        <a:xfrm>
          <a:off x="68099" y="1644"/>
          <a:ext cx="5674929" cy="567492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70" tIns="52070" rIns="52070" bIns="5207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100" kern="1200" dirty="0">
              <a:solidFill>
                <a:schemeClr val="accent4">
                  <a:lumMod val="40000"/>
                  <a:lumOff val="60000"/>
                </a:schemeClr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https://mostly.ai/</a:t>
          </a:r>
          <a:endParaRPr lang="en-US" sz="4100" kern="1200" dirty="0">
            <a:solidFill>
              <a:schemeClr val="accent4">
                <a:lumMod val="40000"/>
                <a:lumOff val="60000"/>
              </a:schemeClr>
            </a:solidFill>
          </a:endParaRP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200" kern="1200" dirty="0"/>
            <a:t>Augment your data from the previous meeting and try to improve your model’s performance.</a:t>
          </a:r>
          <a:endParaRPr lang="en-US" sz="3200" kern="1200" dirty="0"/>
        </a:p>
      </dsp:txBody>
      <dsp:txXfrm>
        <a:off x="899173" y="832718"/>
        <a:ext cx="4012781" cy="40127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51CF0-E380-0BC1-F721-5AD884898A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882602-2B20-EB8E-FA54-3B500B0261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5DDB2-6F6A-77D2-B402-BA7B13B83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39685-8EB0-804A-A80F-241F57AFA5E2}" type="datetimeFigureOut">
              <a:rPr lang="en-ES" smtClean="0"/>
              <a:t>3/3/26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AF435-D3D3-9E27-64C5-76627E3D7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22E0F-5F06-065A-9570-606095526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4D820-E81E-504D-8CDD-6B504DE0E39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736084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A23B2-2C13-F6E5-E46A-DFFC3AF30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AC086-5414-D144-E6E7-1077A486D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4AB66-6383-CDCD-F81E-CB9FB81CF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39685-8EB0-804A-A80F-241F57AFA5E2}" type="datetimeFigureOut">
              <a:rPr lang="en-ES" smtClean="0"/>
              <a:t>3/3/26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132F2-28E0-D453-F8A3-63BBC56A4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62ABE-0B2A-ED63-32E0-D9DB6348D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4D820-E81E-504D-8CDD-6B504DE0E39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28745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DA2B5-6231-36A3-9432-C3B75AF44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606D6-D5D0-08C4-7FB3-A14566EF4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319B9-A013-EABE-A93F-01BBD1732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39685-8EB0-804A-A80F-241F57AFA5E2}" type="datetimeFigureOut">
              <a:rPr lang="en-ES" smtClean="0"/>
              <a:t>3/3/26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43BC6-8D6A-9107-3AAC-BD1B200E9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FB252-C30B-C272-48EC-6F3F8C76F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4D820-E81E-504D-8CDD-6B504DE0E39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80144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F3DF5-D32B-1751-80EC-71CABB22B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CD49C-6A8A-BD4C-4E5E-B9D714783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167FBE-0100-D7CB-8B27-C7FB31D96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EE201-B1E3-C0ED-3BE3-DD7DA9FB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39685-8EB0-804A-A80F-241F57AFA5E2}" type="datetimeFigureOut">
              <a:rPr lang="en-ES" smtClean="0"/>
              <a:t>3/3/26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60C2D-D209-49CC-4A76-45C4E9FA5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54439-B813-AACE-A238-A82F9C06A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4D820-E81E-504D-8CDD-6B504DE0E39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634678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C929E-EFE3-EAF8-EE32-E58E420D6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4108B-E0CE-CA8F-F9F7-04428AF0E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EC4343-D000-B95D-53B9-0C2012CB6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83F909-ABCE-E0DA-C189-B111D7738F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81F7F-A4CF-5B81-CEC0-D0CF3CFA9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4E381D-26B6-94B8-0E7A-F568A898B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39685-8EB0-804A-A80F-241F57AFA5E2}" type="datetimeFigureOut">
              <a:rPr lang="en-ES" smtClean="0"/>
              <a:t>3/3/26</a:t>
            </a:fld>
            <a:endParaRPr lang="en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A2E188-AEAF-A9E2-E820-E46E72C4E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B11E3E-85C1-662C-F97F-4E70DC805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4D820-E81E-504D-8CDD-6B504DE0E39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318295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EAB6B-0346-520A-6862-2397F827D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442CAD-4042-FCCB-7583-A89382AF1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39685-8EB0-804A-A80F-241F57AFA5E2}" type="datetimeFigureOut">
              <a:rPr lang="en-ES" smtClean="0"/>
              <a:t>3/3/26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B7971-AD4E-29B6-A16A-72CE2A222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C7430-E4A1-A4E5-4800-300B47EA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4D820-E81E-504D-8CDD-6B504DE0E39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538100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CE791A-8847-6137-FC8B-AC0F819E1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39685-8EB0-804A-A80F-241F57AFA5E2}" type="datetimeFigureOut">
              <a:rPr lang="en-ES" smtClean="0"/>
              <a:t>3/3/26</a:t>
            </a:fld>
            <a:endParaRPr lang="en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0CEB4D-20A8-1AE6-1DD7-463B26C07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D63F0-10F3-9A87-0B3F-D7FB1868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4D820-E81E-504D-8CDD-6B504DE0E39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182863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6B011-9038-6C44-B058-8DBED7928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F5DC3-774E-99DB-01F2-8F9BB7CD6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2B2C1-18AC-EEB7-E865-1693DC0BB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24EBE-D6CF-33DF-4F15-5F38E8202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39685-8EB0-804A-A80F-241F57AFA5E2}" type="datetimeFigureOut">
              <a:rPr lang="en-ES" smtClean="0"/>
              <a:t>3/3/26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76BBAD-C41F-0D29-86EE-B15E1DCE1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F7A43-218E-B38B-AA32-6BC848F1C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4D820-E81E-504D-8CDD-6B504DE0E39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356708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9DB76-5BC6-C1AC-DDA2-ED944F6B7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19DCDB-F83F-2AD3-B9AF-DB08C73A82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627E6C-AF2C-3342-A25A-5CD580BF0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A8689-5377-E800-A78C-E807BFA29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39685-8EB0-804A-A80F-241F57AFA5E2}" type="datetimeFigureOut">
              <a:rPr lang="en-ES" smtClean="0"/>
              <a:t>3/3/26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16989-3486-4CCF-5FCC-C994880A5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6CC318-EB7C-F625-E619-5D54FFF67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4D820-E81E-504D-8CDD-6B504DE0E39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768396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37266-8388-AFBF-74D5-DDABAD550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AB37F6-C1E7-024D-EAFD-7244AE759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9B9D2-BCA4-3005-B543-ED7A50B00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39685-8EB0-804A-A80F-241F57AFA5E2}" type="datetimeFigureOut">
              <a:rPr lang="en-ES" smtClean="0"/>
              <a:t>3/3/26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1914E-BA33-FC99-3C29-B6126F972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F9427-C733-AC96-B4E7-CB179F565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4D820-E81E-504D-8CDD-6B504DE0E39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112429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93FF5C-E4D1-C72D-4108-7DFD7C3BB9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64E7FE-4A7D-DB9D-8839-DE261D419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C3EED-07A1-39D1-045F-44E8599F3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39685-8EB0-804A-A80F-241F57AFA5E2}" type="datetimeFigureOut">
              <a:rPr lang="en-ES" smtClean="0"/>
              <a:t>3/3/26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7DC9F-B372-E3A1-6DFD-480756C35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22531-122A-3B92-E600-BC0A8E9A9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4D820-E81E-504D-8CDD-6B504DE0E39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152502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3DEF69-6F7A-0DF8-877A-1995A20C6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2E218-9EE1-FA56-6239-0DBC3B1A5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BA2CD-AF37-A593-1765-02D90A6ACE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E39685-8EB0-804A-A80F-241F57AFA5E2}" type="datetimeFigureOut">
              <a:rPr lang="en-ES" smtClean="0"/>
              <a:t>3/3/26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4E384-48B9-4715-D1C6-EB1778D654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3E25D-0A0E-81B9-7EE8-71C6C3BF3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B4D820-E81E-504D-8CDD-6B504DE0E393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898480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92B01445-B622-D859-5F4A-BCFD63EBF26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7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8CC817-06E2-7503-2EE5-3A9D7986E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ES">
                <a:solidFill>
                  <a:srgbClr val="FFFFFF"/>
                </a:solidFill>
              </a:rPr>
              <a:t>Data Augmentation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8C40E-32C0-EA44-F710-D4AB9EF2E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ES">
                <a:solidFill>
                  <a:srgbClr val="FFFFFF"/>
                </a:solidFill>
              </a:rPr>
              <a:t>Data SAIL Club – Spring 2026</a:t>
            </a:r>
          </a:p>
        </p:txBody>
      </p:sp>
    </p:spTree>
    <p:extLst>
      <p:ext uri="{BB962C8B-B14F-4D97-AF65-F5344CB8AC3E}">
        <p14:creationId xmlns:p14="http://schemas.microsoft.com/office/powerpoint/2010/main" val="3524298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6F90E3-32E3-E667-06D8-590649879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ES" dirty="0"/>
              <a:t>What is it?</a:t>
            </a:r>
            <a:endParaRPr lang="en-E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3C43DE-442D-328A-E4E8-6326324D06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1384660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1283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980AD-DD0E-2EAA-C12E-EA7BD06AF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ES" sz="5400">
                <a:solidFill>
                  <a:srgbClr val="FFFFFF"/>
                </a:solidFill>
              </a:rPr>
              <a:t>Mostly.ai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CBE524-1273-009D-E6E8-6FF0CE85D7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7567359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1939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40390-9CFB-55F1-70CA-0960FEC22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ES" dirty="0"/>
              <a:t>Create an account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121BB5-CBD7-AD09-42E0-7C4D504EDB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49" y="1825625"/>
            <a:ext cx="7619901" cy="43513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D09233-2B3E-D994-CBD8-2033C9747CC2}"/>
              </a:ext>
            </a:extLst>
          </p:cNvPr>
          <p:cNvSpPr/>
          <p:nvPr/>
        </p:nvSpPr>
        <p:spPr>
          <a:xfrm>
            <a:off x="8727947" y="1860804"/>
            <a:ext cx="635509" cy="25146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81143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E4878-E62E-3E3F-4807-BC06BB749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ES" dirty="0"/>
              <a:t>Upload your dataset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B1DA26-5637-5194-B84B-9979AFEFB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90688"/>
            <a:ext cx="7772400" cy="419266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CF9680-00E4-9F63-312E-A210969F5A23}"/>
              </a:ext>
            </a:extLst>
          </p:cNvPr>
          <p:cNvSpPr/>
          <p:nvPr/>
        </p:nvSpPr>
        <p:spPr>
          <a:xfrm>
            <a:off x="2255520" y="3318281"/>
            <a:ext cx="1261829" cy="156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0E0F8C-A51A-52CB-F123-3F2170FBBA2C}"/>
              </a:ext>
            </a:extLst>
          </p:cNvPr>
          <p:cNvSpPr/>
          <p:nvPr/>
        </p:nvSpPr>
        <p:spPr>
          <a:xfrm>
            <a:off x="3815934" y="2507729"/>
            <a:ext cx="2900455" cy="7290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558671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357F2-CB6F-280A-F470-F228D61CD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ES" dirty="0"/>
              <a:t>Configuration settings (default)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28892D-BF77-6B17-CBE3-4C503267F5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9654" y="1825625"/>
            <a:ext cx="8152692" cy="43513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A75E5D6-98DD-48FB-C572-761AF3CC83AB}"/>
              </a:ext>
            </a:extLst>
          </p:cNvPr>
          <p:cNvSpPr/>
          <p:nvPr/>
        </p:nvSpPr>
        <p:spPr>
          <a:xfrm>
            <a:off x="8952088" y="1892770"/>
            <a:ext cx="850431" cy="2069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8027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48249-7CBA-5C5C-B2A4-27460DBC5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ES" dirty="0"/>
              <a:t>Model configurations (default)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80979C-DBDA-04A5-8507-628435CECC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9737" y="1825625"/>
            <a:ext cx="8092525" cy="43513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ABE952E-EFF8-AE4B-6AEC-BEBE0C0C27A9}"/>
              </a:ext>
            </a:extLst>
          </p:cNvPr>
          <p:cNvSpPr/>
          <p:nvPr/>
        </p:nvSpPr>
        <p:spPr>
          <a:xfrm>
            <a:off x="9082624" y="1882971"/>
            <a:ext cx="707960" cy="2251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671724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0D6AF-7A96-B540-7951-7E3E0FB10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ES" dirty="0"/>
              <a:t>Generate data and reports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3A13BF-7027-A863-FF54-A6863E2925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4751" y="1825625"/>
            <a:ext cx="8122497" cy="43513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86B75F-297D-B185-D3C7-ACC525DF377D}"/>
              </a:ext>
            </a:extLst>
          </p:cNvPr>
          <p:cNvSpPr/>
          <p:nvPr/>
        </p:nvSpPr>
        <p:spPr>
          <a:xfrm>
            <a:off x="8479387" y="1882971"/>
            <a:ext cx="771665" cy="2251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F852F0-524A-F0DB-2BFB-72A57E56A9FC}"/>
              </a:ext>
            </a:extLst>
          </p:cNvPr>
          <p:cNvSpPr/>
          <p:nvPr/>
        </p:nvSpPr>
        <p:spPr>
          <a:xfrm>
            <a:off x="5388039" y="4295971"/>
            <a:ext cx="707960" cy="2251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95241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136</Words>
  <Application>Microsoft Macintosh PowerPoint</Application>
  <PresentationFormat>Widescreen</PresentationFormat>
  <Paragraphs>15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Data Augmentation</vt:lpstr>
      <vt:lpstr>What is it?</vt:lpstr>
      <vt:lpstr>Mostly.ai</vt:lpstr>
      <vt:lpstr>Create an account</vt:lpstr>
      <vt:lpstr>Upload your dataset</vt:lpstr>
      <vt:lpstr>Configuration settings (default)</vt:lpstr>
      <vt:lpstr>Model configurations (default)</vt:lpstr>
      <vt:lpstr>Generate data and reports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Pol Monné Parera</dc:creator>
  <cp:lastModifiedBy>Pol Monné Parera</cp:lastModifiedBy>
  <cp:revision>1</cp:revision>
  <dcterms:created xsi:type="dcterms:W3CDTF">2026-03-03T23:30:55Z</dcterms:created>
  <dcterms:modified xsi:type="dcterms:W3CDTF">2026-03-04T00:01:05Z</dcterms:modified>
</cp:coreProperties>
</file>