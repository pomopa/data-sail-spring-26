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hyperlink" Target="https://github.com/openclaw/openclaw" TargetMode="Externa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hyperlink" Target="https://github.com/openclaw/openclaw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2.sv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8B36FA-6D52-4773-BA02-D4D291D77D3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4E33BC1-42E1-4A8E-B081-0903345F76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a </a:t>
          </a:r>
          <a:r>
            <a:rPr lang="en-GB"/>
            <a:t>24/7 available AI employee who really works independently.</a:t>
          </a:r>
          <a:endParaRPr lang="en-US"/>
        </a:p>
      </dgm:t>
    </dgm:pt>
    <dgm:pt modelId="{44A85134-AE2E-4256-99E6-649D77BF800A}" type="parTrans" cxnId="{9E58BCC3-1EF6-4F24-81E7-AAC9E469EEC2}">
      <dgm:prSet/>
      <dgm:spPr/>
      <dgm:t>
        <a:bodyPr/>
        <a:lstStyle/>
        <a:p>
          <a:endParaRPr lang="en-US"/>
        </a:p>
      </dgm:t>
    </dgm:pt>
    <dgm:pt modelId="{F100A0EE-A715-48E9-8EE6-F0CA4652E24D}" type="sibTrans" cxnId="{9E58BCC3-1EF6-4F24-81E7-AAC9E469EE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3CFA23-79E7-48A1-B827-57362A8178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was launched at the end of 2025.</a:t>
          </a:r>
        </a:p>
      </dgm:t>
    </dgm:pt>
    <dgm:pt modelId="{C0870863-7799-4A61-B377-17BD351862DC}" type="parTrans" cxnId="{9CDB7394-8629-4A4F-9C17-9FBDEFF65D74}">
      <dgm:prSet/>
      <dgm:spPr/>
      <dgm:t>
        <a:bodyPr/>
        <a:lstStyle/>
        <a:p>
          <a:endParaRPr lang="en-US"/>
        </a:p>
      </dgm:t>
    </dgm:pt>
    <dgm:pt modelId="{542E70CE-0DAC-4AC6-84A7-88FC20E410FA}" type="sibTrans" cxnId="{9CDB7394-8629-4A4F-9C17-9FBDEFF65D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B02B99-39E9-4527-869C-0286453FDB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source, you can find its code on </a:t>
          </a:r>
          <a:r>
            <a:rPr lang="en-US">
              <a:hlinkClick xmlns:r="http://schemas.openxmlformats.org/officeDocument/2006/relationships" r:id="rId1"/>
            </a:rPr>
            <a:t>Github</a:t>
          </a:r>
          <a:r>
            <a:rPr lang="en-US"/>
            <a:t> (+200k stars)</a:t>
          </a:r>
        </a:p>
      </dgm:t>
    </dgm:pt>
    <dgm:pt modelId="{12FDF515-F197-439F-9664-2E15A797EB1B}" type="parTrans" cxnId="{FAE363B0-AEE5-4BD2-BF57-D06873AD7EC0}">
      <dgm:prSet/>
      <dgm:spPr/>
      <dgm:t>
        <a:bodyPr/>
        <a:lstStyle/>
        <a:p>
          <a:endParaRPr lang="en-US"/>
        </a:p>
      </dgm:t>
    </dgm:pt>
    <dgm:pt modelId="{BEEBF68D-F273-4142-B74F-453BD59B60B4}" type="sibTrans" cxnId="{FAE363B0-AEE5-4BD2-BF57-D06873AD7E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EE934D-6713-4151-8DB9-ED80091656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Runs locally</a:t>
          </a:r>
        </a:p>
      </dgm:t>
    </dgm:pt>
    <dgm:pt modelId="{7BF3DCFA-5258-4EC9-BA2B-660F46DAAC42}" type="parTrans" cxnId="{0A059972-D63F-4904-9729-C28931E68CAA}">
      <dgm:prSet/>
      <dgm:spPr/>
      <dgm:t>
        <a:bodyPr/>
        <a:lstStyle/>
        <a:p>
          <a:endParaRPr lang="en-US"/>
        </a:p>
      </dgm:t>
    </dgm:pt>
    <dgm:pt modelId="{B42CC981-FC94-4A4E-9905-7FEAE7004C59}" type="sibTrans" cxnId="{0A059972-D63F-4904-9729-C28931E68C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E92ECF-8396-416D-A43C-2608F6DDCDB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Peter Steinberger is its creator</a:t>
          </a:r>
          <a:endParaRPr lang="en-US" dirty="0"/>
        </a:p>
      </dgm:t>
    </dgm:pt>
    <dgm:pt modelId="{181D27CA-819E-4CDD-B529-EEAC7EF0E081}" type="parTrans" cxnId="{299E2B7F-9E62-491C-818F-FC4528BB88DC}">
      <dgm:prSet/>
      <dgm:spPr/>
      <dgm:t>
        <a:bodyPr/>
        <a:lstStyle/>
        <a:p>
          <a:endParaRPr lang="en-US"/>
        </a:p>
      </dgm:t>
    </dgm:pt>
    <dgm:pt modelId="{2BFDC093-661F-4DC1-A3B4-15C1A0CE9E99}" type="sibTrans" cxnId="{299E2B7F-9E62-491C-818F-FC4528BB88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FF1423-1FF8-C241-92AD-7B3802380A5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It does not provide a model; it provides the brain wiring.</a:t>
          </a:r>
        </a:p>
      </dgm:t>
    </dgm:pt>
    <dgm:pt modelId="{B790E9DF-24C7-8C45-94A4-9F3DCC834CED}" type="parTrans" cxnId="{8F5BD141-1709-1944-9553-9FBAF4367FA7}">
      <dgm:prSet/>
      <dgm:spPr/>
      <dgm:t>
        <a:bodyPr/>
        <a:lstStyle/>
        <a:p>
          <a:endParaRPr lang="en-GB"/>
        </a:p>
      </dgm:t>
    </dgm:pt>
    <dgm:pt modelId="{F4587B66-C479-F847-8909-B477A31CD702}" type="sibTrans" cxnId="{8F5BD141-1709-1944-9553-9FBAF4367FA7}">
      <dgm:prSet/>
      <dgm:spPr/>
      <dgm:t>
        <a:bodyPr/>
        <a:lstStyle/>
        <a:p>
          <a:endParaRPr lang="en-GB"/>
        </a:p>
      </dgm:t>
    </dgm:pt>
    <dgm:pt modelId="{D3D280CB-4F8C-40E3-B365-364B5272D8AB}" type="pres">
      <dgm:prSet presAssocID="{2E8B36FA-6D52-4773-BA02-D4D291D77D36}" presName="root" presStyleCnt="0">
        <dgm:presLayoutVars>
          <dgm:dir/>
          <dgm:resizeHandles val="exact"/>
        </dgm:presLayoutVars>
      </dgm:prSet>
      <dgm:spPr/>
    </dgm:pt>
    <dgm:pt modelId="{5A240C4F-CCD8-4727-BE0A-F84FE4D44A44}" type="pres">
      <dgm:prSet presAssocID="{2E8B36FA-6D52-4773-BA02-D4D291D77D36}" presName="container" presStyleCnt="0">
        <dgm:presLayoutVars>
          <dgm:dir/>
          <dgm:resizeHandles val="exact"/>
        </dgm:presLayoutVars>
      </dgm:prSet>
      <dgm:spPr/>
    </dgm:pt>
    <dgm:pt modelId="{908C5FBA-A6C2-4475-A20C-DB614A5756A1}" type="pres">
      <dgm:prSet presAssocID="{84E33BC1-42E1-4A8E-B081-0903345F76BB}" presName="compNode" presStyleCnt="0"/>
      <dgm:spPr/>
    </dgm:pt>
    <dgm:pt modelId="{9DC9DB15-9E3B-4349-AB24-97C349B65302}" type="pres">
      <dgm:prSet presAssocID="{84E33BC1-42E1-4A8E-B081-0903345F76BB}" presName="iconBgRect" presStyleLbl="bgShp" presStyleIdx="0" presStyleCnt="6"/>
      <dgm:spPr/>
    </dgm:pt>
    <dgm:pt modelId="{CBDDBD1E-4464-43DE-8FB0-3651D34E7111}" type="pres">
      <dgm:prSet presAssocID="{84E33BC1-42E1-4A8E-B081-0903345F76BB}" presName="iconRect" presStyleLbl="node1" presStyleIdx="0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9D8F00B-CE8B-4FF9-81A7-BC89E0CE4630}" type="pres">
      <dgm:prSet presAssocID="{84E33BC1-42E1-4A8E-B081-0903345F76BB}" presName="spaceRect" presStyleCnt="0"/>
      <dgm:spPr/>
    </dgm:pt>
    <dgm:pt modelId="{4905A304-D53A-42D9-BDCC-B9C035005835}" type="pres">
      <dgm:prSet presAssocID="{84E33BC1-42E1-4A8E-B081-0903345F76BB}" presName="textRect" presStyleLbl="revTx" presStyleIdx="0" presStyleCnt="6">
        <dgm:presLayoutVars>
          <dgm:chMax val="1"/>
          <dgm:chPref val="1"/>
        </dgm:presLayoutVars>
      </dgm:prSet>
      <dgm:spPr/>
    </dgm:pt>
    <dgm:pt modelId="{4B8775AD-EE0D-4775-8601-19AEF67D22DF}" type="pres">
      <dgm:prSet presAssocID="{F100A0EE-A715-48E9-8EE6-F0CA4652E24D}" presName="sibTrans" presStyleLbl="sibTrans2D1" presStyleIdx="0" presStyleCnt="0"/>
      <dgm:spPr/>
    </dgm:pt>
    <dgm:pt modelId="{D71A48E2-6097-4658-92A9-E84A4F2C1D95}" type="pres">
      <dgm:prSet presAssocID="{7B3CFA23-79E7-48A1-B827-57362A8178A8}" presName="compNode" presStyleCnt="0"/>
      <dgm:spPr/>
    </dgm:pt>
    <dgm:pt modelId="{23F3E9F2-2599-484F-8F64-CD46D1817041}" type="pres">
      <dgm:prSet presAssocID="{7B3CFA23-79E7-48A1-B827-57362A8178A8}" presName="iconBgRect" presStyleLbl="bgShp" presStyleIdx="1" presStyleCnt="6"/>
      <dgm:spPr/>
    </dgm:pt>
    <dgm:pt modelId="{3207898C-FEA5-4B1B-A827-8F8C30E8BC35}" type="pres">
      <dgm:prSet presAssocID="{7B3CFA23-79E7-48A1-B827-57362A8178A8}" presName="iconRect" presStyleLbl="node1" presStyleIdx="1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C47EE0F9-2E4D-49CA-9813-4C9B0AC0EB16}" type="pres">
      <dgm:prSet presAssocID="{7B3CFA23-79E7-48A1-B827-57362A8178A8}" presName="spaceRect" presStyleCnt="0"/>
      <dgm:spPr/>
    </dgm:pt>
    <dgm:pt modelId="{1F804834-66F7-47E0-A8B5-6FA2FE687392}" type="pres">
      <dgm:prSet presAssocID="{7B3CFA23-79E7-48A1-B827-57362A8178A8}" presName="textRect" presStyleLbl="revTx" presStyleIdx="1" presStyleCnt="6">
        <dgm:presLayoutVars>
          <dgm:chMax val="1"/>
          <dgm:chPref val="1"/>
        </dgm:presLayoutVars>
      </dgm:prSet>
      <dgm:spPr/>
    </dgm:pt>
    <dgm:pt modelId="{D303B38E-DC02-4BA9-9472-EBFD44EE4FA9}" type="pres">
      <dgm:prSet presAssocID="{542E70CE-0DAC-4AC6-84A7-88FC20E410FA}" presName="sibTrans" presStyleLbl="sibTrans2D1" presStyleIdx="0" presStyleCnt="0"/>
      <dgm:spPr/>
    </dgm:pt>
    <dgm:pt modelId="{E67CC569-CC0C-4CE7-B86A-0F762AA1F0FD}" type="pres">
      <dgm:prSet presAssocID="{C2B02B99-39E9-4527-869C-0286453FDB0D}" presName="compNode" presStyleCnt="0"/>
      <dgm:spPr/>
    </dgm:pt>
    <dgm:pt modelId="{D74F14AE-066C-4171-AF5C-7D1B75E42734}" type="pres">
      <dgm:prSet presAssocID="{C2B02B99-39E9-4527-869C-0286453FDB0D}" presName="iconBgRect" presStyleLbl="bgShp" presStyleIdx="2" presStyleCnt="6"/>
      <dgm:spPr/>
    </dgm:pt>
    <dgm:pt modelId="{66FFE3C0-2DCB-43E3-9C5D-10E38C3A5EC0}" type="pres">
      <dgm:prSet presAssocID="{C2B02B99-39E9-4527-869C-0286453FDB0D}" presName="iconRect" presStyleLbl="node1" presStyleIdx="2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C7A3518A-3B2B-4279-A283-8F5D0C9A5996}" type="pres">
      <dgm:prSet presAssocID="{C2B02B99-39E9-4527-869C-0286453FDB0D}" presName="spaceRect" presStyleCnt="0"/>
      <dgm:spPr/>
    </dgm:pt>
    <dgm:pt modelId="{8987A56C-1778-4BF2-ADED-AD1385076E7E}" type="pres">
      <dgm:prSet presAssocID="{C2B02B99-39E9-4527-869C-0286453FDB0D}" presName="textRect" presStyleLbl="revTx" presStyleIdx="2" presStyleCnt="6">
        <dgm:presLayoutVars>
          <dgm:chMax val="1"/>
          <dgm:chPref val="1"/>
        </dgm:presLayoutVars>
      </dgm:prSet>
      <dgm:spPr/>
    </dgm:pt>
    <dgm:pt modelId="{51E07C93-17FC-490E-B415-4D2990BADA95}" type="pres">
      <dgm:prSet presAssocID="{BEEBF68D-F273-4142-B74F-453BD59B60B4}" presName="sibTrans" presStyleLbl="sibTrans2D1" presStyleIdx="0" presStyleCnt="0"/>
      <dgm:spPr/>
    </dgm:pt>
    <dgm:pt modelId="{C7A534AF-E58C-43F2-BAAC-7DD019FE1CD6}" type="pres">
      <dgm:prSet presAssocID="{FAEE934D-6713-4151-8DB9-ED800916564E}" presName="compNode" presStyleCnt="0"/>
      <dgm:spPr/>
    </dgm:pt>
    <dgm:pt modelId="{F17A1AB0-F919-43A0-94F4-F446E265E951}" type="pres">
      <dgm:prSet presAssocID="{FAEE934D-6713-4151-8DB9-ED800916564E}" presName="iconBgRect" presStyleLbl="bgShp" presStyleIdx="3" presStyleCnt="6"/>
      <dgm:spPr/>
    </dgm:pt>
    <dgm:pt modelId="{BFAE4610-3E79-4F29-A5C5-63DADB67CB30}" type="pres">
      <dgm:prSet presAssocID="{FAEE934D-6713-4151-8DB9-ED800916564E}" presName="iconRect" presStyleLbl="node1" presStyleIdx="3" presStyleCnt="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A55697B-ED79-47DE-B346-2325143858B5}" type="pres">
      <dgm:prSet presAssocID="{FAEE934D-6713-4151-8DB9-ED800916564E}" presName="spaceRect" presStyleCnt="0"/>
      <dgm:spPr/>
    </dgm:pt>
    <dgm:pt modelId="{8312B350-4E37-48CA-96F8-4320F7E27CC5}" type="pres">
      <dgm:prSet presAssocID="{FAEE934D-6713-4151-8DB9-ED800916564E}" presName="textRect" presStyleLbl="revTx" presStyleIdx="3" presStyleCnt="6">
        <dgm:presLayoutVars>
          <dgm:chMax val="1"/>
          <dgm:chPref val="1"/>
        </dgm:presLayoutVars>
      </dgm:prSet>
      <dgm:spPr/>
    </dgm:pt>
    <dgm:pt modelId="{F89ED389-E9E6-468A-8EBF-531AE0A2D791}" type="pres">
      <dgm:prSet presAssocID="{B42CC981-FC94-4A4E-9905-7FEAE7004C59}" presName="sibTrans" presStyleLbl="sibTrans2D1" presStyleIdx="0" presStyleCnt="0"/>
      <dgm:spPr/>
    </dgm:pt>
    <dgm:pt modelId="{54A0D00D-A0E1-40F1-B589-A6F7BF418F59}" type="pres">
      <dgm:prSet presAssocID="{E3E92ECF-8396-416D-A43C-2608F6DDCDB5}" presName="compNode" presStyleCnt="0"/>
      <dgm:spPr/>
    </dgm:pt>
    <dgm:pt modelId="{4FE75A4D-43F6-4B45-BCD7-3C60C391730C}" type="pres">
      <dgm:prSet presAssocID="{E3E92ECF-8396-416D-A43C-2608F6DDCDB5}" presName="iconBgRect" presStyleLbl="bgShp" presStyleIdx="4" presStyleCnt="6"/>
      <dgm:spPr/>
    </dgm:pt>
    <dgm:pt modelId="{6FBA194F-C68C-4862-AC8E-F12104C85E19}" type="pres">
      <dgm:prSet presAssocID="{E3E92ECF-8396-416D-A43C-2608F6DDCDB5}" presName="iconRect" presStyleLbl="node1" presStyleIdx="4" presStyleCnt="6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785BBA0-4149-44CD-BDF5-5C6C8AD21F8C}" type="pres">
      <dgm:prSet presAssocID="{E3E92ECF-8396-416D-A43C-2608F6DDCDB5}" presName="spaceRect" presStyleCnt="0"/>
      <dgm:spPr/>
    </dgm:pt>
    <dgm:pt modelId="{3C563012-7D8A-4F4F-8A7A-4342D7606B3F}" type="pres">
      <dgm:prSet presAssocID="{E3E92ECF-8396-416D-A43C-2608F6DDCDB5}" presName="textRect" presStyleLbl="revTx" presStyleIdx="4" presStyleCnt="6">
        <dgm:presLayoutVars>
          <dgm:chMax val="1"/>
          <dgm:chPref val="1"/>
        </dgm:presLayoutVars>
      </dgm:prSet>
      <dgm:spPr/>
    </dgm:pt>
    <dgm:pt modelId="{708D48D5-824C-4245-8A2D-3F83A8CE84E7}" type="pres">
      <dgm:prSet presAssocID="{2BFDC093-661F-4DC1-A3B4-15C1A0CE9E99}" presName="sibTrans" presStyleLbl="sibTrans2D1" presStyleIdx="0" presStyleCnt="0"/>
      <dgm:spPr/>
    </dgm:pt>
    <dgm:pt modelId="{A304156F-0D31-C341-8F33-F54B019D42C5}" type="pres">
      <dgm:prSet presAssocID="{D8FF1423-1FF8-C241-92AD-7B3802380A5C}" presName="compNode" presStyleCnt="0"/>
      <dgm:spPr/>
    </dgm:pt>
    <dgm:pt modelId="{B8497D6F-D8BF-6447-BB38-9A60C8BC1454}" type="pres">
      <dgm:prSet presAssocID="{D8FF1423-1FF8-C241-92AD-7B3802380A5C}" presName="iconBgRect" presStyleLbl="bgShp" presStyleIdx="5" presStyleCnt="6"/>
      <dgm:spPr/>
    </dgm:pt>
    <dgm:pt modelId="{F46C79CD-AD1C-1E41-9FF7-7980BE6BDCC8}" type="pres">
      <dgm:prSet presAssocID="{D8FF1423-1FF8-C241-92AD-7B3802380A5C}" presName="iconRect" presStyleLbl="node1" presStyleIdx="5" presStyleCnt="6"/>
      <dgm:spPr>
        <a:blipFill>
          <a:blip xmlns:r="http://schemas.openxmlformats.org/officeDocument/2006/relationships"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ft Brain with solid fill"/>
        </a:ext>
      </dgm:extLst>
    </dgm:pt>
    <dgm:pt modelId="{137F104A-C9AC-ED49-9410-E7A4E1FA4E70}" type="pres">
      <dgm:prSet presAssocID="{D8FF1423-1FF8-C241-92AD-7B3802380A5C}" presName="spaceRect" presStyleCnt="0"/>
      <dgm:spPr/>
    </dgm:pt>
    <dgm:pt modelId="{5D9FEBE2-01F9-6F4C-978F-43537527526A}" type="pres">
      <dgm:prSet presAssocID="{D8FF1423-1FF8-C241-92AD-7B3802380A5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2F6B81A-6794-4CE9-ABEB-ACBD31B79B54}" type="presOf" srcId="{F100A0EE-A715-48E9-8EE6-F0CA4652E24D}" destId="{4B8775AD-EE0D-4775-8601-19AEF67D22DF}" srcOrd="0" destOrd="0" presId="urn:microsoft.com/office/officeart/2018/2/layout/IconCircleList"/>
    <dgm:cxn modelId="{E01FED1A-0D16-4B8B-A43D-E08195F59DE7}" type="presOf" srcId="{C2B02B99-39E9-4527-869C-0286453FDB0D}" destId="{8987A56C-1778-4BF2-ADED-AD1385076E7E}" srcOrd="0" destOrd="0" presId="urn:microsoft.com/office/officeart/2018/2/layout/IconCircleList"/>
    <dgm:cxn modelId="{0FDD7630-5347-4CD8-87B1-7805B3B942CF}" type="presOf" srcId="{E3E92ECF-8396-416D-A43C-2608F6DDCDB5}" destId="{3C563012-7D8A-4F4F-8A7A-4342D7606B3F}" srcOrd="0" destOrd="0" presId="urn:microsoft.com/office/officeart/2018/2/layout/IconCircleList"/>
    <dgm:cxn modelId="{64B43E3E-92B4-43F3-8C6D-F6A4960FB2D3}" type="presOf" srcId="{B42CC981-FC94-4A4E-9905-7FEAE7004C59}" destId="{F89ED389-E9E6-468A-8EBF-531AE0A2D791}" srcOrd="0" destOrd="0" presId="urn:microsoft.com/office/officeart/2018/2/layout/IconCircleList"/>
    <dgm:cxn modelId="{6AF85440-3DC6-4570-89DC-720E63457226}" type="presOf" srcId="{7B3CFA23-79E7-48A1-B827-57362A8178A8}" destId="{1F804834-66F7-47E0-A8B5-6FA2FE687392}" srcOrd="0" destOrd="0" presId="urn:microsoft.com/office/officeart/2018/2/layout/IconCircleList"/>
    <dgm:cxn modelId="{8F5BD141-1709-1944-9553-9FBAF4367FA7}" srcId="{2E8B36FA-6D52-4773-BA02-D4D291D77D36}" destId="{D8FF1423-1FF8-C241-92AD-7B3802380A5C}" srcOrd="5" destOrd="0" parTransId="{B790E9DF-24C7-8C45-94A4-9F3DCC834CED}" sibTransId="{F4587B66-C479-F847-8909-B477A31CD702}"/>
    <dgm:cxn modelId="{0A059972-D63F-4904-9729-C28931E68CAA}" srcId="{2E8B36FA-6D52-4773-BA02-D4D291D77D36}" destId="{FAEE934D-6713-4151-8DB9-ED800916564E}" srcOrd="3" destOrd="0" parTransId="{7BF3DCFA-5258-4EC9-BA2B-660F46DAAC42}" sibTransId="{B42CC981-FC94-4A4E-9905-7FEAE7004C59}"/>
    <dgm:cxn modelId="{712CC876-E796-DF4B-9FCC-45DD00394464}" type="presOf" srcId="{2BFDC093-661F-4DC1-A3B4-15C1A0CE9E99}" destId="{708D48D5-824C-4245-8A2D-3F83A8CE84E7}" srcOrd="0" destOrd="0" presId="urn:microsoft.com/office/officeart/2018/2/layout/IconCircleList"/>
    <dgm:cxn modelId="{299E2B7F-9E62-491C-818F-FC4528BB88DC}" srcId="{2E8B36FA-6D52-4773-BA02-D4D291D77D36}" destId="{E3E92ECF-8396-416D-A43C-2608F6DDCDB5}" srcOrd="4" destOrd="0" parTransId="{181D27CA-819E-4CDD-B529-EEAC7EF0E081}" sibTransId="{2BFDC093-661F-4DC1-A3B4-15C1A0CE9E99}"/>
    <dgm:cxn modelId="{2D7E8B89-E7CB-4B4F-9E5C-E6FA67BF7A21}" type="presOf" srcId="{FAEE934D-6713-4151-8DB9-ED800916564E}" destId="{8312B350-4E37-48CA-96F8-4320F7E27CC5}" srcOrd="0" destOrd="0" presId="urn:microsoft.com/office/officeart/2018/2/layout/IconCircleList"/>
    <dgm:cxn modelId="{D2C01C8F-0836-483B-89A2-0AEA6B07D48A}" type="presOf" srcId="{542E70CE-0DAC-4AC6-84A7-88FC20E410FA}" destId="{D303B38E-DC02-4BA9-9472-EBFD44EE4FA9}" srcOrd="0" destOrd="0" presId="urn:microsoft.com/office/officeart/2018/2/layout/IconCircleList"/>
    <dgm:cxn modelId="{9CDB7394-8629-4A4F-9C17-9FBDEFF65D74}" srcId="{2E8B36FA-6D52-4773-BA02-D4D291D77D36}" destId="{7B3CFA23-79E7-48A1-B827-57362A8178A8}" srcOrd="1" destOrd="0" parTransId="{C0870863-7799-4A61-B377-17BD351862DC}" sibTransId="{542E70CE-0DAC-4AC6-84A7-88FC20E410FA}"/>
    <dgm:cxn modelId="{FAE363B0-AEE5-4BD2-BF57-D06873AD7EC0}" srcId="{2E8B36FA-6D52-4773-BA02-D4D291D77D36}" destId="{C2B02B99-39E9-4527-869C-0286453FDB0D}" srcOrd="2" destOrd="0" parTransId="{12FDF515-F197-439F-9664-2E15A797EB1B}" sibTransId="{BEEBF68D-F273-4142-B74F-453BD59B60B4}"/>
    <dgm:cxn modelId="{C632EBB9-5A95-4CE3-A2E3-1AFC02FF2215}" type="presOf" srcId="{84E33BC1-42E1-4A8E-B081-0903345F76BB}" destId="{4905A304-D53A-42D9-BDCC-B9C035005835}" srcOrd="0" destOrd="0" presId="urn:microsoft.com/office/officeart/2018/2/layout/IconCircleList"/>
    <dgm:cxn modelId="{9E58BCC3-1EF6-4F24-81E7-AAC9E469EEC2}" srcId="{2E8B36FA-6D52-4773-BA02-D4D291D77D36}" destId="{84E33BC1-42E1-4A8E-B081-0903345F76BB}" srcOrd="0" destOrd="0" parTransId="{44A85134-AE2E-4256-99E6-649D77BF800A}" sibTransId="{F100A0EE-A715-48E9-8EE6-F0CA4652E24D}"/>
    <dgm:cxn modelId="{575466D5-B981-4083-8C60-1001010CC44F}" type="presOf" srcId="{2E8B36FA-6D52-4773-BA02-D4D291D77D36}" destId="{D3D280CB-4F8C-40E3-B365-364B5272D8AB}" srcOrd="0" destOrd="0" presId="urn:microsoft.com/office/officeart/2018/2/layout/IconCircleList"/>
    <dgm:cxn modelId="{DD71D2F0-59F9-8945-A51B-256AFA4A0B11}" type="presOf" srcId="{D8FF1423-1FF8-C241-92AD-7B3802380A5C}" destId="{5D9FEBE2-01F9-6F4C-978F-43537527526A}" srcOrd="0" destOrd="0" presId="urn:microsoft.com/office/officeart/2018/2/layout/IconCircleList"/>
    <dgm:cxn modelId="{711D24F8-8170-425D-8045-9DF506BF785B}" type="presOf" srcId="{BEEBF68D-F273-4142-B74F-453BD59B60B4}" destId="{51E07C93-17FC-490E-B415-4D2990BADA95}" srcOrd="0" destOrd="0" presId="urn:microsoft.com/office/officeart/2018/2/layout/IconCircleList"/>
    <dgm:cxn modelId="{2FFA32BC-2968-4806-848D-3ED1C9DC24FD}" type="presParOf" srcId="{D3D280CB-4F8C-40E3-B365-364B5272D8AB}" destId="{5A240C4F-CCD8-4727-BE0A-F84FE4D44A44}" srcOrd="0" destOrd="0" presId="urn:microsoft.com/office/officeart/2018/2/layout/IconCircleList"/>
    <dgm:cxn modelId="{0D463717-74B9-43CC-A091-89DB491BE442}" type="presParOf" srcId="{5A240C4F-CCD8-4727-BE0A-F84FE4D44A44}" destId="{908C5FBA-A6C2-4475-A20C-DB614A5756A1}" srcOrd="0" destOrd="0" presId="urn:microsoft.com/office/officeart/2018/2/layout/IconCircleList"/>
    <dgm:cxn modelId="{BC86AC8F-796E-484D-A3F5-250E39D35D02}" type="presParOf" srcId="{908C5FBA-A6C2-4475-A20C-DB614A5756A1}" destId="{9DC9DB15-9E3B-4349-AB24-97C349B65302}" srcOrd="0" destOrd="0" presId="urn:microsoft.com/office/officeart/2018/2/layout/IconCircleList"/>
    <dgm:cxn modelId="{2C09532B-F9B9-42C9-AA48-165D6E52DFAE}" type="presParOf" srcId="{908C5FBA-A6C2-4475-A20C-DB614A5756A1}" destId="{CBDDBD1E-4464-43DE-8FB0-3651D34E7111}" srcOrd="1" destOrd="0" presId="urn:microsoft.com/office/officeart/2018/2/layout/IconCircleList"/>
    <dgm:cxn modelId="{3D57823A-4E21-4A0E-A6D5-210CB9BB813C}" type="presParOf" srcId="{908C5FBA-A6C2-4475-A20C-DB614A5756A1}" destId="{A9D8F00B-CE8B-4FF9-81A7-BC89E0CE4630}" srcOrd="2" destOrd="0" presId="urn:microsoft.com/office/officeart/2018/2/layout/IconCircleList"/>
    <dgm:cxn modelId="{6DDD08CF-75EB-41E9-B6B7-3DE38328B8AA}" type="presParOf" srcId="{908C5FBA-A6C2-4475-A20C-DB614A5756A1}" destId="{4905A304-D53A-42D9-BDCC-B9C035005835}" srcOrd="3" destOrd="0" presId="urn:microsoft.com/office/officeart/2018/2/layout/IconCircleList"/>
    <dgm:cxn modelId="{17656561-FA30-442D-90BC-1D598BC94866}" type="presParOf" srcId="{5A240C4F-CCD8-4727-BE0A-F84FE4D44A44}" destId="{4B8775AD-EE0D-4775-8601-19AEF67D22DF}" srcOrd="1" destOrd="0" presId="urn:microsoft.com/office/officeart/2018/2/layout/IconCircleList"/>
    <dgm:cxn modelId="{D85D111E-F155-4B54-AB55-85B7ADB64269}" type="presParOf" srcId="{5A240C4F-CCD8-4727-BE0A-F84FE4D44A44}" destId="{D71A48E2-6097-4658-92A9-E84A4F2C1D95}" srcOrd="2" destOrd="0" presId="urn:microsoft.com/office/officeart/2018/2/layout/IconCircleList"/>
    <dgm:cxn modelId="{C9134255-AC61-4B32-AF4D-5A1885289928}" type="presParOf" srcId="{D71A48E2-6097-4658-92A9-E84A4F2C1D95}" destId="{23F3E9F2-2599-484F-8F64-CD46D1817041}" srcOrd="0" destOrd="0" presId="urn:microsoft.com/office/officeart/2018/2/layout/IconCircleList"/>
    <dgm:cxn modelId="{04ECA0B5-24B7-462E-A554-DBFB79A1E60E}" type="presParOf" srcId="{D71A48E2-6097-4658-92A9-E84A4F2C1D95}" destId="{3207898C-FEA5-4B1B-A827-8F8C30E8BC35}" srcOrd="1" destOrd="0" presId="urn:microsoft.com/office/officeart/2018/2/layout/IconCircleList"/>
    <dgm:cxn modelId="{993AE435-C478-4201-BB66-DCCE8BDEA788}" type="presParOf" srcId="{D71A48E2-6097-4658-92A9-E84A4F2C1D95}" destId="{C47EE0F9-2E4D-49CA-9813-4C9B0AC0EB16}" srcOrd="2" destOrd="0" presId="urn:microsoft.com/office/officeart/2018/2/layout/IconCircleList"/>
    <dgm:cxn modelId="{F2C5D9C7-A8ED-4A8A-BF20-7831A8F6C767}" type="presParOf" srcId="{D71A48E2-6097-4658-92A9-E84A4F2C1D95}" destId="{1F804834-66F7-47E0-A8B5-6FA2FE687392}" srcOrd="3" destOrd="0" presId="urn:microsoft.com/office/officeart/2018/2/layout/IconCircleList"/>
    <dgm:cxn modelId="{0A236ACB-5BE5-432A-A982-3D20A44CD200}" type="presParOf" srcId="{5A240C4F-CCD8-4727-BE0A-F84FE4D44A44}" destId="{D303B38E-DC02-4BA9-9472-EBFD44EE4FA9}" srcOrd="3" destOrd="0" presId="urn:microsoft.com/office/officeart/2018/2/layout/IconCircleList"/>
    <dgm:cxn modelId="{8B1BDB24-FAC0-40D1-A47F-6A1B73451C6F}" type="presParOf" srcId="{5A240C4F-CCD8-4727-BE0A-F84FE4D44A44}" destId="{E67CC569-CC0C-4CE7-B86A-0F762AA1F0FD}" srcOrd="4" destOrd="0" presId="urn:microsoft.com/office/officeart/2018/2/layout/IconCircleList"/>
    <dgm:cxn modelId="{C173EDB1-7B07-4354-9152-B6A27F6F7B9B}" type="presParOf" srcId="{E67CC569-CC0C-4CE7-B86A-0F762AA1F0FD}" destId="{D74F14AE-066C-4171-AF5C-7D1B75E42734}" srcOrd="0" destOrd="0" presId="urn:microsoft.com/office/officeart/2018/2/layout/IconCircleList"/>
    <dgm:cxn modelId="{B2C97441-9873-44A8-A876-36082256B3DF}" type="presParOf" srcId="{E67CC569-CC0C-4CE7-B86A-0F762AA1F0FD}" destId="{66FFE3C0-2DCB-43E3-9C5D-10E38C3A5EC0}" srcOrd="1" destOrd="0" presId="urn:microsoft.com/office/officeart/2018/2/layout/IconCircleList"/>
    <dgm:cxn modelId="{46D1A891-91F8-4F68-B1C4-DE55BF3CD4C4}" type="presParOf" srcId="{E67CC569-CC0C-4CE7-B86A-0F762AA1F0FD}" destId="{C7A3518A-3B2B-4279-A283-8F5D0C9A5996}" srcOrd="2" destOrd="0" presId="urn:microsoft.com/office/officeart/2018/2/layout/IconCircleList"/>
    <dgm:cxn modelId="{BE4530FA-5E8E-4979-90AA-FBFC1993F30F}" type="presParOf" srcId="{E67CC569-CC0C-4CE7-B86A-0F762AA1F0FD}" destId="{8987A56C-1778-4BF2-ADED-AD1385076E7E}" srcOrd="3" destOrd="0" presId="urn:microsoft.com/office/officeart/2018/2/layout/IconCircleList"/>
    <dgm:cxn modelId="{47E30558-0D82-41FB-8B8E-2893ADDD00FB}" type="presParOf" srcId="{5A240C4F-CCD8-4727-BE0A-F84FE4D44A44}" destId="{51E07C93-17FC-490E-B415-4D2990BADA95}" srcOrd="5" destOrd="0" presId="urn:microsoft.com/office/officeart/2018/2/layout/IconCircleList"/>
    <dgm:cxn modelId="{37246F65-3F15-48AC-AD99-171565B95A11}" type="presParOf" srcId="{5A240C4F-CCD8-4727-BE0A-F84FE4D44A44}" destId="{C7A534AF-E58C-43F2-BAAC-7DD019FE1CD6}" srcOrd="6" destOrd="0" presId="urn:microsoft.com/office/officeart/2018/2/layout/IconCircleList"/>
    <dgm:cxn modelId="{FAD6E25F-6E4F-45A0-AA68-F04618438BBB}" type="presParOf" srcId="{C7A534AF-E58C-43F2-BAAC-7DD019FE1CD6}" destId="{F17A1AB0-F919-43A0-94F4-F446E265E951}" srcOrd="0" destOrd="0" presId="urn:microsoft.com/office/officeart/2018/2/layout/IconCircleList"/>
    <dgm:cxn modelId="{1343856F-9A75-4BD8-B10A-DFBB1DF6E220}" type="presParOf" srcId="{C7A534AF-E58C-43F2-BAAC-7DD019FE1CD6}" destId="{BFAE4610-3E79-4F29-A5C5-63DADB67CB30}" srcOrd="1" destOrd="0" presId="urn:microsoft.com/office/officeart/2018/2/layout/IconCircleList"/>
    <dgm:cxn modelId="{AA37688E-57AA-4A83-BA54-65BB34235F87}" type="presParOf" srcId="{C7A534AF-E58C-43F2-BAAC-7DD019FE1CD6}" destId="{9A55697B-ED79-47DE-B346-2325143858B5}" srcOrd="2" destOrd="0" presId="urn:microsoft.com/office/officeart/2018/2/layout/IconCircleList"/>
    <dgm:cxn modelId="{C5192FBD-486A-49DA-BA7A-06BA2F258E9A}" type="presParOf" srcId="{C7A534AF-E58C-43F2-BAAC-7DD019FE1CD6}" destId="{8312B350-4E37-48CA-96F8-4320F7E27CC5}" srcOrd="3" destOrd="0" presId="urn:microsoft.com/office/officeart/2018/2/layout/IconCircleList"/>
    <dgm:cxn modelId="{C34CD0DB-5627-467F-B2E3-CA8852DB47C3}" type="presParOf" srcId="{5A240C4F-CCD8-4727-BE0A-F84FE4D44A44}" destId="{F89ED389-E9E6-468A-8EBF-531AE0A2D791}" srcOrd="7" destOrd="0" presId="urn:microsoft.com/office/officeart/2018/2/layout/IconCircleList"/>
    <dgm:cxn modelId="{74C9BF61-555F-45FE-AA48-2597E32F4B29}" type="presParOf" srcId="{5A240C4F-CCD8-4727-BE0A-F84FE4D44A44}" destId="{54A0D00D-A0E1-40F1-B589-A6F7BF418F59}" srcOrd="8" destOrd="0" presId="urn:microsoft.com/office/officeart/2018/2/layout/IconCircleList"/>
    <dgm:cxn modelId="{3B2FB558-CF1A-4BCE-91C9-D57772109C1C}" type="presParOf" srcId="{54A0D00D-A0E1-40F1-B589-A6F7BF418F59}" destId="{4FE75A4D-43F6-4B45-BCD7-3C60C391730C}" srcOrd="0" destOrd="0" presId="urn:microsoft.com/office/officeart/2018/2/layout/IconCircleList"/>
    <dgm:cxn modelId="{EF8AD72C-B7C7-4EB7-961F-DF7D75291EFE}" type="presParOf" srcId="{54A0D00D-A0E1-40F1-B589-A6F7BF418F59}" destId="{6FBA194F-C68C-4862-AC8E-F12104C85E19}" srcOrd="1" destOrd="0" presId="urn:microsoft.com/office/officeart/2018/2/layout/IconCircleList"/>
    <dgm:cxn modelId="{95856AF1-B562-4B63-AE3C-384E27F60E20}" type="presParOf" srcId="{54A0D00D-A0E1-40F1-B589-A6F7BF418F59}" destId="{C785BBA0-4149-44CD-BDF5-5C6C8AD21F8C}" srcOrd="2" destOrd="0" presId="urn:microsoft.com/office/officeart/2018/2/layout/IconCircleList"/>
    <dgm:cxn modelId="{9D4B5446-8B9C-409D-BB68-8DFEFCCB656F}" type="presParOf" srcId="{54A0D00D-A0E1-40F1-B589-A6F7BF418F59}" destId="{3C563012-7D8A-4F4F-8A7A-4342D7606B3F}" srcOrd="3" destOrd="0" presId="urn:microsoft.com/office/officeart/2018/2/layout/IconCircleList"/>
    <dgm:cxn modelId="{35950B0F-A3BA-5641-ABAC-DB5B2F22AB03}" type="presParOf" srcId="{5A240C4F-CCD8-4727-BE0A-F84FE4D44A44}" destId="{708D48D5-824C-4245-8A2D-3F83A8CE84E7}" srcOrd="9" destOrd="0" presId="urn:microsoft.com/office/officeart/2018/2/layout/IconCircleList"/>
    <dgm:cxn modelId="{0C2015B6-E833-2342-890D-AEA29166117D}" type="presParOf" srcId="{5A240C4F-CCD8-4727-BE0A-F84FE4D44A44}" destId="{A304156F-0D31-C341-8F33-F54B019D42C5}" srcOrd="10" destOrd="0" presId="urn:microsoft.com/office/officeart/2018/2/layout/IconCircleList"/>
    <dgm:cxn modelId="{AACB4420-CC06-C343-AE7D-086A4B15B7AB}" type="presParOf" srcId="{A304156F-0D31-C341-8F33-F54B019D42C5}" destId="{B8497D6F-D8BF-6447-BB38-9A60C8BC1454}" srcOrd="0" destOrd="0" presId="urn:microsoft.com/office/officeart/2018/2/layout/IconCircleList"/>
    <dgm:cxn modelId="{232A728F-BB40-E64B-8889-E0216A46CDBD}" type="presParOf" srcId="{A304156F-0D31-C341-8F33-F54B019D42C5}" destId="{F46C79CD-AD1C-1E41-9FF7-7980BE6BDCC8}" srcOrd="1" destOrd="0" presId="urn:microsoft.com/office/officeart/2018/2/layout/IconCircleList"/>
    <dgm:cxn modelId="{C9A0EBAE-C9B9-D641-88D0-FD56123496CA}" type="presParOf" srcId="{A304156F-0D31-C341-8F33-F54B019D42C5}" destId="{137F104A-C9AC-ED49-9410-E7A4E1FA4E70}" srcOrd="2" destOrd="0" presId="urn:microsoft.com/office/officeart/2018/2/layout/IconCircleList"/>
    <dgm:cxn modelId="{1B08B766-9998-6F44-8D8E-373D1F56F680}" type="presParOf" srcId="{A304156F-0D31-C341-8F33-F54B019D42C5}" destId="{5D9FEBE2-01F9-6F4C-978F-4353752752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2891CF-0E21-4010-844E-E9AD9759A0FE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848FE11-F108-42C3-B3E2-EB2676A9DDA0}">
      <dgm:prSet/>
      <dgm:spPr/>
      <dgm:t>
        <a:bodyPr/>
        <a:lstStyle/>
        <a:p>
          <a:r>
            <a:rPr lang="en-GB" dirty="0" err="1"/>
            <a:t>Clawdbot</a:t>
          </a:r>
          <a:endParaRPr lang="en-US" dirty="0"/>
        </a:p>
      </dgm:t>
    </dgm:pt>
    <dgm:pt modelId="{ECB6C125-FDD0-47C9-8B6B-66A02FB93486}" type="parTrans" cxnId="{BBCFC545-7BC3-48EF-9CBD-2EE29E7C9C24}">
      <dgm:prSet/>
      <dgm:spPr/>
      <dgm:t>
        <a:bodyPr/>
        <a:lstStyle/>
        <a:p>
          <a:endParaRPr lang="en-US"/>
        </a:p>
      </dgm:t>
    </dgm:pt>
    <dgm:pt modelId="{6ECAFCB1-F8EE-43EB-8508-242D009EC631}" type="sibTrans" cxnId="{BBCFC545-7BC3-48EF-9CBD-2EE29E7C9C24}">
      <dgm:prSet/>
      <dgm:spPr/>
      <dgm:t>
        <a:bodyPr/>
        <a:lstStyle/>
        <a:p>
          <a:endParaRPr lang="en-US"/>
        </a:p>
      </dgm:t>
    </dgm:pt>
    <dgm:pt modelId="{2D460EFC-CE1A-4B3A-9574-466FFACC2F78}">
      <dgm:prSet/>
      <dgm:spPr/>
      <dgm:t>
        <a:bodyPr/>
        <a:lstStyle/>
        <a:p>
          <a:r>
            <a:rPr lang="en-GB"/>
            <a:t>The naming is like Claude’s API, which the tool uses.</a:t>
          </a:r>
          <a:endParaRPr lang="en-US"/>
        </a:p>
      </dgm:t>
    </dgm:pt>
    <dgm:pt modelId="{6A61C878-718C-4E23-931C-C3AD005093CB}" type="parTrans" cxnId="{74593876-EE4D-4185-94E8-C49480FD3A49}">
      <dgm:prSet/>
      <dgm:spPr/>
      <dgm:t>
        <a:bodyPr/>
        <a:lstStyle/>
        <a:p>
          <a:endParaRPr lang="en-US"/>
        </a:p>
      </dgm:t>
    </dgm:pt>
    <dgm:pt modelId="{36C735B4-96EA-4366-87C4-28B12674FEB8}" type="sibTrans" cxnId="{74593876-EE4D-4185-94E8-C49480FD3A49}">
      <dgm:prSet/>
      <dgm:spPr/>
      <dgm:t>
        <a:bodyPr/>
        <a:lstStyle/>
        <a:p>
          <a:endParaRPr lang="en-US"/>
        </a:p>
      </dgm:t>
    </dgm:pt>
    <dgm:pt modelId="{CD5D86BA-8BEC-4218-B8A3-704D2D4ED976}">
      <dgm:prSet/>
      <dgm:spPr/>
      <dgm:t>
        <a:bodyPr/>
        <a:lstStyle/>
        <a:p>
          <a:r>
            <a:rPr lang="en-GB" dirty="0"/>
            <a:t>Cease and desist</a:t>
          </a:r>
          <a:endParaRPr lang="en-US" dirty="0"/>
        </a:p>
      </dgm:t>
    </dgm:pt>
    <dgm:pt modelId="{0B44CC54-9446-4856-9CB4-6486883969FD}" type="parTrans" cxnId="{0A12364B-78D9-44E4-BCE1-B983A16330D8}">
      <dgm:prSet/>
      <dgm:spPr/>
      <dgm:t>
        <a:bodyPr/>
        <a:lstStyle/>
        <a:p>
          <a:endParaRPr lang="en-US"/>
        </a:p>
      </dgm:t>
    </dgm:pt>
    <dgm:pt modelId="{73B219F6-2FA9-4C63-A3E2-28B0E0013682}" type="sibTrans" cxnId="{0A12364B-78D9-44E4-BCE1-B983A16330D8}">
      <dgm:prSet/>
      <dgm:spPr/>
      <dgm:t>
        <a:bodyPr/>
        <a:lstStyle/>
        <a:p>
          <a:endParaRPr lang="en-US"/>
        </a:p>
      </dgm:t>
    </dgm:pt>
    <dgm:pt modelId="{245AA82D-6639-4FA1-8A97-F408ADF382AD}">
      <dgm:prSet/>
      <dgm:spPr/>
      <dgm:t>
        <a:bodyPr/>
        <a:lstStyle/>
        <a:p>
          <a:r>
            <a:rPr lang="en-GB" dirty="0"/>
            <a:t>Anthropic complains about the naming similarities.</a:t>
          </a:r>
          <a:endParaRPr lang="en-US" dirty="0"/>
        </a:p>
      </dgm:t>
    </dgm:pt>
    <dgm:pt modelId="{F00FFDD4-62F9-4F41-A957-782D1A398A6C}" type="parTrans" cxnId="{0F633128-908E-49E9-81C2-FC83043A1927}">
      <dgm:prSet/>
      <dgm:spPr/>
      <dgm:t>
        <a:bodyPr/>
        <a:lstStyle/>
        <a:p>
          <a:endParaRPr lang="en-US"/>
        </a:p>
      </dgm:t>
    </dgm:pt>
    <dgm:pt modelId="{8CC4978F-875F-4C9D-8B57-0A884073D572}" type="sibTrans" cxnId="{0F633128-908E-49E9-81C2-FC83043A1927}">
      <dgm:prSet/>
      <dgm:spPr/>
      <dgm:t>
        <a:bodyPr/>
        <a:lstStyle/>
        <a:p>
          <a:endParaRPr lang="en-US"/>
        </a:p>
      </dgm:t>
    </dgm:pt>
    <dgm:pt modelId="{445FD783-38C4-4FFB-B3E2-451BB32C360E}">
      <dgm:prSet/>
      <dgm:spPr/>
      <dgm:t>
        <a:bodyPr/>
        <a:lstStyle/>
        <a:p>
          <a:r>
            <a:rPr lang="en-GB" dirty="0" err="1"/>
            <a:t>Modeboard</a:t>
          </a:r>
          <a:endParaRPr lang="en-US" dirty="0"/>
        </a:p>
      </dgm:t>
    </dgm:pt>
    <dgm:pt modelId="{D69B7CBA-E039-43F0-A4C6-422C7B53A018}" type="parTrans" cxnId="{B7D7576E-AC94-43BA-BAF2-E430C84000C0}">
      <dgm:prSet/>
      <dgm:spPr/>
      <dgm:t>
        <a:bodyPr/>
        <a:lstStyle/>
        <a:p>
          <a:endParaRPr lang="en-US"/>
        </a:p>
      </dgm:t>
    </dgm:pt>
    <dgm:pt modelId="{FE608078-E037-4F32-83D5-12EA2849AFA7}" type="sibTrans" cxnId="{B7D7576E-AC94-43BA-BAF2-E430C84000C0}">
      <dgm:prSet/>
      <dgm:spPr/>
      <dgm:t>
        <a:bodyPr/>
        <a:lstStyle/>
        <a:p>
          <a:endParaRPr lang="en-US"/>
        </a:p>
      </dgm:t>
    </dgm:pt>
    <dgm:pt modelId="{10E85ED7-F3FF-4A67-BAB3-F11896743E6F}">
      <dgm:prSet/>
      <dgm:spPr/>
      <dgm:t>
        <a:bodyPr/>
        <a:lstStyle/>
        <a:p>
          <a:r>
            <a:rPr lang="en-GB" dirty="0"/>
            <a:t>Open Claw</a:t>
          </a:r>
          <a:endParaRPr lang="en-US" dirty="0"/>
        </a:p>
      </dgm:t>
    </dgm:pt>
    <dgm:pt modelId="{8C98DC10-12DE-4F53-9DAE-1B10E4AD043C}" type="parTrans" cxnId="{7728A546-6099-4AD5-81BB-F40F86EE1B05}">
      <dgm:prSet/>
      <dgm:spPr/>
      <dgm:t>
        <a:bodyPr/>
        <a:lstStyle/>
        <a:p>
          <a:endParaRPr lang="en-US"/>
        </a:p>
      </dgm:t>
    </dgm:pt>
    <dgm:pt modelId="{3DB3ECC3-98D2-41F2-B51F-96F4E94EA8AC}" type="sibTrans" cxnId="{7728A546-6099-4AD5-81BB-F40F86EE1B05}">
      <dgm:prSet/>
      <dgm:spPr/>
      <dgm:t>
        <a:bodyPr/>
        <a:lstStyle/>
        <a:p>
          <a:endParaRPr lang="en-US"/>
        </a:p>
      </dgm:t>
    </dgm:pt>
    <dgm:pt modelId="{59DC3278-4735-4FA4-86A6-DF0D57369576}">
      <dgm:prSet/>
      <dgm:spPr/>
      <dgm:t>
        <a:bodyPr/>
        <a:lstStyle/>
        <a:p>
          <a:r>
            <a:rPr lang="en-GB"/>
            <a:t>Final naming decision</a:t>
          </a:r>
          <a:endParaRPr lang="en-US"/>
        </a:p>
      </dgm:t>
    </dgm:pt>
    <dgm:pt modelId="{8325B940-E6A5-4C9A-9866-E54BB459A899}" type="parTrans" cxnId="{5CC36FF8-D40A-4034-B16F-6C748E289B94}">
      <dgm:prSet/>
      <dgm:spPr/>
      <dgm:t>
        <a:bodyPr/>
        <a:lstStyle/>
        <a:p>
          <a:endParaRPr lang="en-US"/>
        </a:p>
      </dgm:t>
    </dgm:pt>
    <dgm:pt modelId="{066F22D1-8799-42BD-A2EB-D9D4CCBC5014}" type="sibTrans" cxnId="{5CC36FF8-D40A-4034-B16F-6C748E289B94}">
      <dgm:prSet/>
      <dgm:spPr/>
      <dgm:t>
        <a:bodyPr/>
        <a:lstStyle/>
        <a:p>
          <a:endParaRPr lang="en-US"/>
        </a:p>
      </dgm:t>
    </dgm:pt>
    <dgm:pt modelId="{16167CE3-1EAE-4F4F-BECA-1FC1DC670F23}">
      <dgm:prSet/>
      <dgm:spPr/>
      <dgm:t>
        <a:bodyPr/>
        <a:lstStyle/>
        <a:p>
          <a:r>
            <a:rPr lang="en-US" dirty="0"/>
            <a:t>Weird renaming, it will not last for long.</a:t>
          </a:r>
        </a:p>
      </dgm:t>
    </dgm:pt>
    <dgm:pt modelId="{378F9286-2DEA-5A4F-9621-798A09D78135}" type="parTrans" cxnId="{03959A58-5335-254B-964C-AECD4ECC986F}">
      <dgm:prSet/>
      <dgm:spPr/>
      <dgm:t>
        <a:bodyPr/>
        <a:lstStyle/>
        <a:p>
          <a:endParaRPr lang="en-GB"/>
        </a:p>
      </dgm:t>
    </dgm:pt>
    <dgm:pt modelId="{FF736AD2-FE35-8B49-AEAB-B9B712CC6722}" type="sibTrans" cxnId="{03959A58-5335-254B-964C-AECD4ECC986F}">
      <dgm:prSet/>
      <dgm:spPr/>
      <dgm:t>
        <a:bodyPr/>
        <a:lstStyle/>
        <a:p>
          <a:endParaRPr lang="en-GB"/>
        </a:p>
      </dgm:t>
    </dgm:pt>
    <dgm:pt modelId="{8DEB8229-DCA9-9B4F-B751-A5D64BA7582D}" type="pres">
      <dgm:prSet presAssocID="{0E2891CF-0E21-4010-844E-E9AD9759A0FE}" presName="Name0" presStyleCnt="0">
        <dgm:presLayoutVars>
          <dgm:dir/>
          <dgm:animLvl val="lvl"/>
          <dgm:resizeHandles val="exact"/>
        </dgm:presLayoutVars>
      </dgm:prSet>
      <dgm:spPr/>
    </dgm:pt>
    <dgm:pt modelId="{203E3FDE-A59D-5D48-B7B7-94ED48EB5473}" type="pres">
      <dgm:prSet presAssocID="{9848FE11-F108-42C3-B3E2-EB2676A9DDA0}" presName="composite" presStyleCnt="0"/>
      <dgm:spPr/>
    </dgm:pt>
    <dgm:pt modelId="{8915599B-8F30-924A-A92F-A15090BAC627}" type="pres">
      <dgm:prSet presAssocID="{9848FE11-F108-42C3-B3E2-EB2676A9DDA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781700B-17D9-5247-8AF1-21BE8F15BD23}" type="pres">
      <dgm:prSet presAssocID="{9848FE11-F108-42C3-B3E2-EB2676A9DDA0}" presName="desTx" presStyleLbl="alignAccFollowNode1" presStyleIdx="0" presStyleCnt="4">
        <dgm:presLayoutVars>
          <dgm:bulletEnabled val="1"/>
        </dgm:presLayoutVars>
      </dgm:prSet>
      <dgm:spPr/>
    </dgm:pt>
    <dgm:pt modelId="{B6B03528-684E-9543-AB16-8A70EF56B5CE}" type="pres">
      <dgm:prSet presAssocID="{6ECAFCB1-F8EE-43EB-8508-242D009EC631}" presName="space" presStyleCnt="0"/>
      <dgm:spPr/>
    </dgm:pt>
    <dgm:pt modelId="{8373CCC7-3E2F-7F4A-8D2C-7D05F4AEC1AF}" type="pres">
      <dgm:prSet presAssocID="{CD5D86BA-8BEC-4218-B8A3-704D2D4ED976}" presName="composite" presStyleCnt="0"/>
      <dgm:spPr/>
    </dgm:pt>
    <dgm:pt modelId="{E2F29010-F224-E64F-A468-AAE8973A2778}" type="pres">
      <dgm:prSet presAssocID="{CD5D86BA-8BEC-4218-B8A3-704D2D4ED97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39C8DD0-96DD-364F-9788-E4EAF0CD5424}" type="pres">
      <dgm:prSet presAssocID="{CD5D86BA-8BEC-4218-B8A3-704D2D4ED976}" presName="desTx" presStyleLbl="alignAccFollowNode1" presStyleIdx="1" presStyleCnt="4">
        <dgm:presLayoutVars>
          <dgm:bulletEnabled val="1"/>
        </dgm:presLayoutVars>
      </dgm:prSet>
      <dgm:spPr/>
    </dgm:pt>
    <dgm:pt modelId="{0EEC441D-2B4F-5E47-A21E-44B7FB8CB60D}" type="pres">
      <dgm:prSet presAssocID="{73B219F6-2FA9-4C63-A3E2-28B0E0013682}" presName="space" presStyleCnt="0"/>
      <dgm:spPr/>
    </dgm:pt>
    <dgm:pt modelId="{F103B0AF-F777-1742-845F-328C218921E4}" type="pres">
      <dgm:prSet presAssocID="{445FD783-38C4-4FFB-B3E2-451BB32C360E}" presName="composite" presStyleCnt="0"/>
      <dgm:spPr/>
    </dgm:pt>
    <dgm:pt modelId="{73CFEA8F-D790-6540-BCF3-E5F8C41E7A18}" type="pres">
      <dgm:prSet presAssocID="{445FD783-38C4-4FFB-B3E2-451BB32C360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E2EBCC6-A88D-B84C-94FC-D8A8E6D7FAC7}" type="pres">
      <dgm:prSet presAssocID="{445FD783-38C4-4FFB-B3E2-451BB32C360E}" presName="desTx" presStyleLbl="alignAccFollowNode1" presStyleIdx="2" presStyleCnt="4">
        <dgm:presLayoutVars>
          <dgm:bulletEnabled val="1"/>
        </dgm:presLayoutVars>
      </dgm:prSet>
      <dgm:spPr/>
    </dgm:pt>
    <dgm:pt modelId="{E870E615-8CF2-954E-8DE5-178B0E452185}" type="pres">
      <dgm:prSet presAssocID="{FE608078-E037-4F32-83D5-12EA2849AFA7}" presName="space" presStyleCnt="0"/>
      <dgm:spPr/>
    </dgm:pt>
    <dgm:pt modelId="{1E948604-5CA8-C440-A4BF-6EFCC1CA3511}" type="pres">
      <dgm:prSet presAssocID="{10E85ED7-F3FF-4A67-BAB3-F11896743E6F}" presName="composite" presStyleCnt="0"/>
      <dgm:spPr/>
    </dgm:pt>
    <dgm:pt modelId="{33183258-9540-B840-A85F-A1CAEE9695DD}" type="pres">
      <dgm:prSet presAssocID="{10E85ED7-F3FF-4A67-BAB3-F11896743E6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D71CE07-A9AD-5F49-8A40-5E2A098B1637}" type="pres">
      <dgm:prSet presAssocID="{10E85ED7-F3FF-4A67-BAB3-F11896743E6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86AC690A-F358-BA46-BCF3-0A2419DF1D94}" type="presOf" srcId="{0E2891CF-0E21-4010-844E-E9AD9759A0FE}" destId="{8DEB8229-DCA9-9B4F-B751-A5D64BA7582D}" srcOrd="0" destOrd="0" presId="urn:microsoft.com/office/officeart/2005/8/layout/hList1"/>
    <dgm:cxn modelId="{4A4C3D16-93C2-0C4A-9C83-21129B04B553}" type="presOf" srcId="{2D460EFC-CE1A-4B3A-9574-466FFACC2F78}" destId="{0781700B-17D9-5247-8AF1-21BE8F15BD23}" srcOrd="0" destOrd="0" presId="urn:microsoft.com/office/officeart/2005/8/layout/hList1"/>
    <dgm:cxn modelId="{0F633128-908E-49E9-81C2-FC83043A1927}" srcId="{CD5D86BA-8BEC-4218-B8A3-704D2D4ED976}" destId="{245AA82D-6639-4FA1-8A97-F408ADF382AD}" srcOrd="0" destOrd="0" parTransId="{F00FFDD4-62F9-4F41-A957-782D1A398A6C}" sibTransId="{8CC4978F-875F-4C9D-8B57-0A884073D572}"/>
    <dgm:cxn modelId="{63F45E2C-CD1D-884F-BEA3-7C02C4E5701D}" type="presOf" srcId="{245AA82D-6639-4FA1-8A97-F408ADF382AD}" destId="{639C8DD0-96DD-364F-9788-E4EAF0CD5424}" srcOrd="0" destOrd="0" presId="urn:microsoft.com/office/officeart/2005/8/layout/hList1"/>
    <dgm:cxn modelId="{BBCFC545-7BC3-48EF-9CBD-2EE29E7C9C24}" srcId="{0E2891CF-0E21-4010-844E-E9AD9759A0FE}" destId="{9848FE11-F108-42C3-B3E2-EB2676A9DDA0}" srcOrd="0" destOrd="0" parTransId="{ECB6C125-FDD0-47C9-8B6B-66A02FB93486}" sibTransId="{6ECAFCB1-F8EE-43EB-8508-242D009EC631}"/>
    <dgm:cxn modelId="{7728A546-6099-4AD5-81BB-F40F86EE1B05}" srcId="{0E2891CF-0E21-4010-844E-E9AD9759A0FE}" destId="{10E85ED7-F3FF-4A67-BAB3-F11896743E6F}" srcOrd="3" destOrd="0" parTransId="{8C98DC10-12DE-4F53-9DAE-1B10E4AD043C}" sibTransId="{3DB3ECC3-98D2-41F2-B51F-96F4E94EA8AC}"/>
    <dgm:cxn modelId="{0A12364B-78D9-44E4-BCE1-B983A16330D8}" srcId="{0E2891CF-0E21-4010-844E-E9AD9759A0FE}" destId="{CD5D86BA-8BEC-4218-B8A3-704D2D4ED976}" srcOrd="1" destOrd="0" parTransId="{0B44CC54-9446-4856-9CB4-6486883969FD}" sibTransId="{73B219F6-2FA9-4C63-A3E2-28B0E0013682}"/>
    <dgm:cxn modelId="{03959A58-5335-254B-964C-AECD4ECC986F}" srcId="{445FD783-38C4-4FFB-B3E2-451BB32C360E}" destId="{16167CE3-1EAE-4F4F-BECA-1FC1DC670F23}" srcOrd="0" destOrd="0" parTransId="{378F9286-2DEA-5A4F-9621-798A09D78135}" sibTransId="{FF736AD2-FE35-8B49-AEAB-B9B712CC6722}"/>
    <dgm:cxn modelId="{B7D7576E-AC94-43BA-BAF2-E430C84000C0}" srcId="{0E2891CF-0E21-4010-844E-E9AD9759A0FE}" destId="{445FD783-38C4-4FFB-B3E2-451BB32C360E}" srcOrd="2" destOrd="0" parTransId="{D69B7CBA-E039-43F0-A4C6-422C7B53A018}" sibTransId="{FE608078-E037-4F32-83D5-12EA2849AFA7}"/>
    <dgm:cxn modelId="{C472C173-94E0-6841-96A0-D857BF001BB3}" type="presOf" srcId="{16167CE3-1EAE-4F4F-BECA-1FC1DC670F23}" destId="{AE2EBCC6-A88D-B84C-94FC-D8A8E6D7FAC7}" srcOrd="0" destOrd="0" presId="urn:microsoft.com/office/officeart/2005/8/layout/hList1"/>
    <dgm:cxn modelId="{74593876-EE4D-4185-94E8-C49480FD3A49}" srcId="{9848FE11-F108-42C3-B3E2-EB2676A9DDA0}" destId="{2D460EFC-CE1A-4B3A-9574-466FFACC2F78}" srcOrd="0" destOrd="0" parTransId="{6A61C878-718C-4E23-931C-C3AD005093CB}" sibTransId="{36C735B4-96EA-4366-87C4-28B12674FEB8}"/>
    <dgm:cxn modelId="{85E5E592-A711-2F41-9785-FA16383A5F08}" type="presOf" srcId="{445FD783-38C4-4FFB-B3E2-451BB32C360E}" destId="{73CFEA8F-D790-6540-BCF3-E5F8C41E7A18}" srcOrd="0" destOrd="0" presId="urn:microsoft.com/office/officeart/2005/8/layout/hList1"/>
    <dgm:cxn modelId="{BFC4B0A7-EA68-D149-BF36-D71B80EE335B}" type="presOf" srcId="{10E85ED7-F3FF-4A67-BAB3-F11896743E6F}" destId="{33183258-9540-B840-A85F-A1CAEE9695DD}" srcOrd="0" destOrd="0" presId="urn:microsoft.com/office/officeart/2005/8/layout/hList1"/>
    <dgm:cxn modelId="{00918ECD-FB79-9E4A-B018-4D6F3AC7EF06}" type="presOf" srcId="{59DC3278-4735-4FA4-86A6-DF0D57369576}" destId="{DD71CE07-A9AD-5F49-8A40-5E2A098B1637}" srcOrd="0" destOrd="0" presId="urn:microsoft.com/office/officeart/2005/8/layout/hList1"/>
    <dgm:cxn modelId="{CE3AD2E1-A06D-0842-BD42-8C3C9C712505}" type="presOf" srcId="{CD5D86BA-8BEC-4218-B8A3-704D2D4ED976}" destId="{E2F29010-F224-E64F-A468-AAE8973A2778}" srcOrd="0" destOrd="0" presId="urn:microsoft.com/office/officeart/2005/8/layout/hList1"/>
    <dgm:cxn modelId="{58F04EF0-2107-D840-944A-2518A90972A1}" type="presOf" srcId="{9848FE11-F108-42C3-B3E2-EB2676A9DDA0}" destId="{8915599B-8F30-924A-A92F-A15090BAC627}" srcOrd="0" destOrd="0" presId="urn:microsoft.com/office/officeart/2005/8/layout/hList1"/>
    <dgm:cxn modelId="{5CC36FF8-D40A-4034-B16F-6C748E289B94}" srcId="{10E85ED7-F3FF-4A67-BAB3-F11896743E6F}" destId="{59DC3278-4735-4FA4-86A6-DF0D57369576}" srcOrd="0" destOrd="0" parTransId="{8325B940-E6A5-4C9A-9866-E54BB459A899}" sibTransId="{066F22D1-8799-42BD-A2EB-D9D4CCBC5014}"/>
    <dgm:cxn modelId="{7499F462-D676-9B49-BEA2-A2932E16B014}" type="presParOf" srcId="{8DEB8229-DCA9-9B4F-B751-A5D64BA7582D}" destId="{203E3FDE-A59D-5D48-B7B7-94ED48EB5473}" srcOrd="0" destOrd="0" presId="urn:microsoft.com/office/officeart/2005/8/layout/hList1"/>
    <dgm:cxn modelId="{37F3A701-DB7B-B640-B21E-F6B997A97247}" type="presParOf" srcId="{203E3FDE-A59D-5D48-B7B7-94ED48EB5473}" destId="{8915599B-8F30-924A-A92F-A15090BAC627}" srcOrd="0" destOrd="0" presId="urn:microsoft.com/office/officeart/2005/8/layout/hList1"/>
    <dgm:cxn modelId="{0A8267CD-B4BE-D842-9483-76C295702B6A}" type="presParOf" srcId="{203E3FDE-A59D-5D48-B7B7-94ED48EB5473}" destId="{0781700B-17D9-5247-8AF1-21BE8F15BD23}" srcOrd="1" destOrd="0" presId="urn:microsoft.com/office/officeart/2005/8/layout/hList1"/>
    <dgm:cxn modelId="{81B0078F-8E7C-6846-978F-4F02AAF49D25}" type="presParOf" srcId="{8DEB8229-DCA9-9B4F-B751-A5D64BA7582D}" destId="{B6B03528-684E-9543-AB16-8A70EF56B5CE}" srcOrd="1" destOrd="0" presId="urn:microsoft.com/office/officeart/2005/8/layout/hList1"/>
    <dgm:cxn modelId="{BEE46159-009F-CC4D-99E8-86B45B66FEB6}" type="presParOf" srcId="{8DEB8229-DCA9-9B4F-B751-A5D64BA7582D}" destId="{8373CCC7-3E2F-7F4A-8D2C-7D05F4AEC1AF}" srcOrd="2" destOrd="0" presId="urn:microsoft.com/office/officeart/2005/8/layout/hList1"/>
    <dgm:cxn modelId="{54B62300-9C85-454F-AB24-BDA36D888CA2}" type="presParOf" srcId="{8373CCC7-3E2F-7F4A-8D2C-7D05F4AEC1AF}" destId="{E2F29010-F224-E64F-A468-AAE8973A2778}" srcOrd="0" destOrd="0" presId="urn:microsoft.com/office/officeart/2005/8/layout/hList1"/>
    <dgm:cxn modelId="{35C04C1B-D0E4-5C4A-8021-C3EA0477585A}" type="presParOf" srcId="{8373CCC7-3E2F-7F4A-8D2C-7D05F4AEC1AF}" destId="{639C8DD0-96DD-364F-9788-E4EAF0CD5424}" srcOrd="1" destOrd="0" presId="urn:microsoft.com/office/officeart/2005/8/layout/hList1"/>
    <dgm:cxn modelId="{4E5407CA-EB1C-524E-B911-3704AFFC0029}" type="presParOf" srcId="{8DEB8229-DCA9-9B4F-B751-A5D64BA7582D}" destId="{0EEC441D-2B4F-5E47-A21E-44B7FB8CB60D}" srcOrd="3" destOrd="0" presId="urn:microsoft.com/office/officeart/2005/8/layout/hList1"/>
    <dgm:cxn modelId="{FC6AB90D-0A7B-F442-9C54-FBC27ED0BDE1}" type="presParOf" srcId="{8DEB8229-DCA9-9B4F-B751-A5D64BA7582D}" destId="{F103B0AF-F777-1742-845F-328C218921E4}" srcOrd="4" destOrd="0" presId="urn:microsoft.com/office/officeart/2005/8/layout/hList1"/>
    <dgm:cxn modelId="{8E2D840E-B69D-B64A-AB0B-3981FD8A0255}" type="presParOf" srcId="{F103B0AF-F777-1742-845F-328C218921E4}" destId="{73CFEA8F-D790-6540-BCF3-E5F8C41E7A18}" srcOrd="0" destOrd="0" presId="urn:microsoft.com/office/officeart/2005/8/layout/hList1"/>
    <dgm:cxn modelId="{94575BE3-4F1A-AF41-A18B-A2A65AAED871}" type="presParOf" srcId="{F103B0AF-F777-1742-845F-328C218921E4}" destId="{AE2EBCC6-A88D-B84C-94FC-D8A8E6D7FAC7}" srcOrd="1" destOrd="0" presId="urn:microsoft.com/office/officeart/2005/8/layout/hList1"/>
    <dgm:cxn modelId="{98E1618B-4118-2E44-A9C4-A61D8A6BDA86}" type="presParOf" srcId="{8DEB8229-DCA9-9B4F-B751-A5D64BA7582D}" destId="{E870E615-8CF2-954E-8DE5-178B0E452185}" srcOrd="5" destOrd="0" presId="urn:microsoft.com/office/officeart/2005/8/layout/hList1"/>
    <dgm:cxn modelId="{C41AC269-C305-C748-85D7-131FF0236088}" type="presParOf" srcId="{8DEB8229-DCA9-9B4F-B751-A5D64BA7582D}" destId="{1E948604-5CA8-C440-A4BF-6EFCC1CA3511}" srcOrd="6" destOrd="0" presId="urn:microsoft.com/office/officeart/2005/8/layout/hList1"/>
    <dgm:cxn modelId="{5E22C270-2BE3-F040-A646-E292CFF350B2}" type="presParOf" srcId="{1E948604-5CA8-C440-A4BF-6EFCC1CA3511}" destId="{33183258-9540-B840-A85F-A1CAEE9695DD}" srcOrd="0" destOrd="0" presId="urn:microsoft.com/office/officeart/2005/8/layout/hList1"/>
    <dgm:cxn modelId="{53AA4A4A-6B08-8F4F-A2EE-458509ABD166}" type="presParOf" srcId="{1E948604-5CA8-C440-A4BF-6EFCC1CA3511}" destId="{DD71CE07-A9AD-5F49-8A40-5E2A098B16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0EA4A3-3635-4ABA-9551-EB460038076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0689C8-7DB9-48A0-9E55-AE43B58A4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Daily news digest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</a:t>
          </a:r>
          <a:r>
            <a:rPr lang="en-GB"/>
            <a:t>Get daily summaries of new videos from your favourite channels.</a:t>
          </a:r>
          <a:endParaRPr lang="en-US"/>
        </a:p>
      </dgm:t>
    </dgm:pt>
    <dgm:pt modelId="{82A7C33E-3E48-4532-BA64-445B14313963}" type="parTrans" cxnId="{83228B98-ECD9-4FD9-94C7-612A599C47E6}">
      <dgm:prSet/>
      <dgm:spPr/>
      <dgm:t>
        <a:bodyPr/>
        <a:lstStyle/>
        <a:p>
          <a:endParaRPr lang="en-US"/>
        </a:p>
      </dgm:t>
    </dgm:pt>
    <dgm:pt modelId="{091FFAD5-9625-4A54-8401-D3E3B15B462A}" type="sibTrans" cxnId="{83228B98-ECD9-4FD9-94C7-612A599C47E6}">
      <dgm:prSet/>
      <dgm:spPr/>
      <dgm:t>
        <a:bodyPr/>
        <a:lstStyle/>
        <a:p>
          <a:endParaRPr lang="en-US"/>
        </a:p>
      </dgm:t>
    </dgm:pt>
    <dgm:pt modelId="{F1900D35-03D3-42BE-99B5-CA66AB53520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Goal-driven autonomous tasks </a:t>
          </a:r>
          <a:r>
            <a:rPr lang="en-GB">
              <a:sym typeface="Wingdings" panose="05000000000000000000" pitchFamily="2" charset="2"/>
            </a:rPr>
            <a:t></a:t>
          </a:r>
          <a:r>
            <a:rPr lang="en-GB"/>
            <a:t> State your goals and make it generate, schedule and complete tasks.</a:t>
          </a:r>
          <a:endParaRPr lang="en-US"/>
        </a:p>
      </dgm:t>
    </dgm:pt>
    <dgm:pt modelId="{F2015F07-27F7-4E78-B591-A400F4582005}" type="parTrans" cxnId="{5B0A4E21-8BE9-4C98-B472-65C7E47D1C30}">
      <dgm:prSet/>
      <dgm:spPr/>
      <dgm:t>
        <a:bodyPr/>
        <a:lstStyle/>
        <a:p>
          <a:endParaRPr lang="en-US"/>
        </a:p>
      </dgm:t>
    </dgm:pt>
    <dgm:pt modelId="{44F97021-6BAA-4491-BCDF-F823A3CC856F}" type="sibTrans" cxnId="{5B0A4E21-8BE9-4C98-B472-65C7E47D1C30}">
      <dgm:prSet/>
      <dgm:spPr/>
      <dgm:t>
        <a:bodyPr/>
        <a:lstStyle/>
        <a:p>
          <a:endParaRPr lang="en-US"/>
        </a:p>
      </dgm:t>
    </dgm:pt>
    <dgm:pt modelId="{25076D29-2550-4155-91A6-4225D148B14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Telegram access </a:t>
          </a:r>
          <a:r>
            <a:rPr lang="en-GB">
              <a:sym typeface="Wingdings" panose="05000000000000000000" pitchFamily="2" charset="2"/>
            </a:rPr>
            <a:t></a:t>
          </a:r>
          <a:r>
            <a:rPr lang="en-GB"/>
            <a:t> Access OpenClaw from any phone via Telegram.</a:t>
          </a:r>
          <a:endParaRPr lang="en-US"/>
        </a:p>
      </dgm:t>
    </dgm:pt>
    <dgm:pt modelId="{83CF3C58-B1A8-4C74-89A4-37BF2536E36D}" type="parTrans" cxnId="{BD5F273F-DAF4-435B-BD56-8E088C47B984}">
      <dgm:prSet/>
      <dgm:spPr/>
      <dgm:t>
        <a:bodyPr/>
        <a:lstStyle/>
        <a:p>
          <a:endParaRPr lang="en-US"/>
        </a:p>
      </dgm:t>
    </dgm:pt>
    <dgm:pt modelId="{CADCC6AE-1EE3-4C5F-85DB-1B56033921A4}" type="sibTrans" cxnId="{BD5F273F-DAF4-435B-BD56-8E088C47B984}">
      <dgm:prSet/>
      <dgm:spPr/>
      <dgm:t>
        <a:bodyPr/>
        <a:lstStyle/>
        <a:p>
          <a:endParaRPr lang="en-US"/>
        </a:p>
      </dgm:t>
    </dgm:pt>
    <dgm:pt modelId="{073C79F0-9E5C-4C0C-B9F1-89AF588878E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Get a morning brief </a:t>
          </a:r>
          <a:r>
            <a:rPr lang="en-GB">
              <a:sym typeface="Wingdings" panose="05000000000000000000" pitchFamily="2" charset="2"/>
            </a:rPr>
            <a:t></a:t>
          </a:r>
          <a:r>
            <a:rPr lang="en-GB"/>
            <a:t> Get a fully customized daily briefing from your own data, including to-do's, emails received…</a:t>
          </a:r>
          <a:endParaRPr lang="en-US"/>
        </a:p>
      </dgm:t>
    </dgm:pt>
    <dgm:pt modelId="{94A98DF4-769E-4E0F-BB02-2FD0BE67F907}" type="parTrans" cxnId="{65ABA271-8B82-4E40-A9E2-3E2DDB499A78}">
      <dgm:prSet/>
      <dgm:spPr/>
      <dgm:t>
        <a:bodyPr/>
        <a:lstStyle/>
        <a:p>
          <a:endParaRPr lang="en-US"/>
        </a:p>
      </dgm:t>
    </dgm:pt>
    <dgm:pt modelId="{2F646401-BAE3-41D8-9E76-81AA12CB2E8A}" type="sibTrans" cxnId="{65ABA271-8B82-4E40-A9E2-3E2DDB499A78}">
      <dgm:prSet/>
      <dgm:spPr/>
      <dgm:t>
        <a:bodyPr/>
        <a:lstStyle/>
        <a:p>
          <a:endParaRPr lang="en-US"/>
        </a:p>
      </dgm:t>
    </dgm:pt>
    <dgm:pt modelId="{C02CC369-0C42-41AF-9C39-F570A7A64F8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Market research </a:t>
          </a:r>
          <a:r>
            <a:rPr lang="en-GB">
              <a:sym typeface="Wingdings" panose="05000000000000000000" pitchFamily="2" charset="2"/>
            </a:rPr>
            <a:t></a:t>
          </a:r>
          <a:r>
            <a:rPr lang="en-GB"/>
            <a:t> Mine for data on the stock market for opportunities to analyze.</a:t>
          </a:r>
          <a:endParaRPr lang="en-US"/>
        </a:p>
      </dgm:t>
    </dgm:pt>
    <dgm:pt modelId="{5306F239-D71D-45FB-A681-6E3BF88D060D}" type="parTrans" cxnId="{0E868C5A-DA91-4300-AE73-AF19BC0FEBEF}">
      <dgm:prSet/>
      <dgm:spPr/>
      <dgm:t>
        <a:bodyPr/>
        <a:lstStyle/>
        <a:p>
          <a:endParaRPr lang="en-US"/>
        </a:p>
      </dgm:t>
    </dgm:pt>
    <dgm:pt modelId="{98654F26-9EE1-4BDB-99BC-998F8BF86F30}" type="sibTrans" cxnId="{0E868C5A-DA91-4300-AE73-AF19BC0FEBEF}">
      <dgm:prSet/>
      <dgm:spPr/>
      <dgm:t>
        <a:bodyPr/>
        <a:lstStyle/>
        <a:p>
          <a:endParaRPr lang="en-US"/>
        </a:p>
      </dgm:t>
    </dgm:pt>
    <dgm:pt modelId="{5BC6D6CD-3B71-49BC-8AA0-EED769F4FF93}" type="pres">
      <dgm:prSet presAssocID="{310EA4A3-3635-4ABA-9551-EB4600380761}" presName="root" presStyleCnt="0">
        <dgm:presLayoutVars>
          <dgm:dir/>
          <dgm:resizeHandles val="exact"/>
        </dgm:presLayoutVars>
      </dgm:prSet>
      <dgm:spPr/>
    </dgm:pt>
    <dgm:pt modelId="{5ACD0390-868F-4EB6-AC38-DD925F506D2F}" type="pres">
      <dgm:prSet presAssocID="{380689C8-7DB9-48A0-9E55-AE43B58A49C1}" presName="compNode" presStyleCnt="0"/>
      <dgm:spPr/>
    </dgm:pt>
    <dgm:pt modelId="{F051029F-CF9C-4B2E-BD01-13D1327F456C}" type="pres">
      <dgm:prSet presAssocID="{380689C8-7DB9-48A0-9E55-AE43B58A49C1}" presName="bgRect" presStyleLbl="bgShp" presStyleIdx="0" presStyleCnt="5"/>
      <dgm:spPr/>
    </dgm:pt>
    <dgm:pt modelId="{83A47C43-7EBB-4A2A-B5B7-1D40BCF4C89F}" type="pres">
      <dgm:prSet presAssocID="{380689C8-7DB9-48A0-9E55-AE43B58A49C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8105E4D6-6111-41DE-9629-52CAE0E5A4D2}" type="pres">
      <dgm:prSet presAssocID="{380689C8-7DB9-48A0-9E55-AE43B58A49C1}" presName="spaceRect" presStyleCnt="0"/>
      <dgm:spPr/>
    </dgm:pt>
    <dgm:pt modelId="{1EFA89F9-D9F1-42AD-807E-0E94F9AB17BB}" type="pres">
      <dgm:prSet presAssocID="{380689C8-7DB9-48A0-9E55-AE43B58A49C1}" presName="parTx" presStyleLbl="revTx" presStyleIdx="0" presStyleCnt="5">
        <dgm:presLayoutVars>
          <dgm:chMax val="0"/>
          <dgm:chPref val="0"/>
        </dgm:presLayoutVars>
      </dgm:prSet>
      <dgm:spPr/>
    </dgm:pt>
    <dgm:pt modelId="{5180AE6A-8ABD-4DE6-A3A7-002755186EA1}" type="pres">
      <dgm:prSet presAssocID="{091FFAD5-9625-4A54-8401-D3E3B15B462A}" presName="sibTrans" presStyleCnt="0"/>
      <dgm:spPr/>
    </dgm:pt>
    <dgm:pt modelId="{D15A0F74-063E-4E1A-9FBF-4BB8CE702BAB}" type="pres">
      <dgm:prSet presAssocID="{F1900D35-03D3-42BE-99B5-CA66AB535201}" presName="compNode" presStyleCnt="0"/>
      <dgm:spPr/>
    </dgm:pt>
    <dgm:pt modelId="{97DB1E4A-B0C2-480D-8017-5514998933E6}" type="pres">
      <dgm:prSet presAssocID="{F1900D35-03D3-42BE-99B5-CA66AB535201}" presName="bgRect" presStyleLbl="bgShp" presStyleIdx="1" presStyleCnt="5"/>
      <dgm:spPr/>
    </dgm:pt>
    <dgm:pt modelId="{7CE87365-04D8-4279-B900-270D68BB4C00}" type="pres">
      <dgm:prSet presAssocID="{F1900D35-03D3-42BE-99B5-CA66AB53520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50925E6-DB02-4FEF-A82B-7303C3B4595D}" type="pres">
      <dgm:prSet presAssocID="{F1900D35-03D3-42BE-99B5-CA66AB535201}" presName="spaceRect" presStyleCnt="0"/>
      <dgm:spPr/>
    </dgm:pt>
    <dgm:pt modelId="{FF3624D4-6D13-4462-829A-F7308639C771}" type="pres">
      <dgm:prSet presAssocID="{F1900D35-03D3-42BE-99B5-CA66AB535201}" presName="parTx" presStyleLbl="revTx" presStyleIdx="1" presStyleCnt="5">
        <dgm:presLayoutVars>
          <dgm:chMax val="0"/>
          <dgm:chPref val="0"/>
        </dgm:presLayoutVars>
      </dgm:prSet>
      <dgm:spPr/>
    </dgm:pt>
    <dgm:pt modelId="{C0DF3BC9-9A40-48C8-88AE-7BFDE4140056}" type="pres">
      <dgm:prSet presAssocID="{44F97021-6BAA-4491-BCDF-F823A3CC856F}" presName="sibTrans" presStyleCnt="0"/>
      <dgm:spPr/>
    </dgm:pt>
    <dgm:pt modelId="{C44416DA-DE76-454E-A58C-84C0B7B3D8D9}" type="pres">
      <dgm:prSet presAssocID="{25076D29-2550-4155-91A6-4225D148B147}" presName="compNode" presStyleCnt="0"/>
      <dgm:spPr/>
    </dgm:pt>
    <dgm:pt modelId="{E5AA9C2A-0A07-4539-8864-9140755CC1F0}" type="pres">
      <dgm:prSet presAssocID="{25076D29-2550-4155-91A6-4225D148B147}" presName="bgRect" presStyleLbl="bgShp" presStyleIdx="2" presStyleCnt="5"/>
      <dgm:spPr/>
    </dgm:pt>
    <dgm:pt modelId="{8C1581BE-FC4C-417B-9FA4-912C213787F6}" type="pres">
      <dgm:prSet presAssocID="{25076D29-2550-4155-91A6-4225D148B14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668018B0-3947-44CF-9BAE-A8F4ABB5D8A4}" type="pres">
      <dgm:prSet presAssocID="{25076D29-2550-4155-91A6-4225D148B147}" presName="spaceRect" presStyleCnt="0"/>
      <dgm:spPr/>
    </dgm:pt>
    <dgm:pt modelId="{65FEA84C-4B6A-4154-96A0-9C8349CFA07D}" type="pres">
      <dgm:prSet presAssocID="{25076D29-2550-4155-91A6-4225D148B147}" presName="parTx" presStyleLbl="revTx" presStyleIdx="2" presStyleCnt="5">
        <dgm:presLayoutVars>
          <dgm:chMax val="0"/>
          <dgm:chPref val="0"/>
        </dgm:presLayoutVars>
      </dgm:prSet>
      <dgm:spPr/>
    </dgm:pt>
    <dgm:pt modelId="{865A70F4-88F9-4B3A-AF2B-B1BA629A73E8}" type="pres">
      <dgm:prSet presAssocID="{CADCC6AE-1EE3-4C5F-85DB-1B56033921A4}" presName="sibTrans" presStyleCnt="0"/>
      <dgm:spPr/>
    </dgm:pt>
    <dgm:pt modelId="{F9202EF1-7E4E-4848-9F3F-4B81880E3061}" type="pres">
      <dgm:prSet presAssocID="{073C79F0-9E5C-4C0C-B9F1-89AF588878ED}" presName="compNode" presStyleCnt="0"/>
      <dgm:spPr/>
    </dgm:pt>
    <dgm:pt modelId="{F99D19B0-25C1-4FE9-BB81-5AC8C56EE431}" type="pres">
      <dgm:prSet presAssocID="{073C79F0-9E5C-4C0C-B9F1-89AF588878ED}" presName="bgRect" presStyleLbl="bgShp" presStyleIdx="3" presStyleCnt="5"/>
      <dgm:spPr/>
    </dgm:pt>
    <dgm:pt modelId="{C53CD0BA-9FE4-46EA-A58F-705C726CA2C1}" type="pres">
      <dgm:prSet presAssocID="{073C79F0-9E5C-4C0C-B9F1-89AF588878E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3559C8F9-7576-4BCE-BCFC-594EFB0BFF35}" type="pres">
      <dgm:prSet presAssocID="{073C79F0-9E5C-4C0C-B9F1-89AF588878ED}" presName="spaceRect" presStyleCnt="0"/>
      <dgm:spPr/>
    </dgm:pt>
    <dgm:pt modelId="{7D9D68CD-773D-4F0C-B5BF-63F88C501F5D}" type="pres">
      <dgm:prSet presAssocID="{073C79F0-9E5C-4C0C-B9F1-89AF588878ED}" presName="parTx" presStyleLbl="revTx" presStyleIdx="3" presStyleCnt="5">
        <dgm:presLayoutVars>
          <dgm:chMax val="0"/>
          <dgm:chPref val="0"/>
        </dgm:presLayoutVars>
      </dgm:prSet>
      <dgm:spPr/>
    </dgm:pt>
    <dgm:pt modelId="{73C6CD1F-C68E-4296-B059-D3171634BB44}" type="pres">
      <dgm:prSet presAssocID="{2F646401-BAE3-41D8-9E76-81AA12CB2E8A}" presName="sibTrans" presStyleCnt="0"/>
      <dgm:spPr/>
    </dgm:pt>
    <dgm:pt modelId="{655CD018-1E34-4568-B3E5-E31E0D272879}" type="pres">
      <dgm:prSet presAssocID="{C02CC369-0C42-41AF-9C39-F570A7A64F83}" presName="compNode" presStyleCnt="0"/>
      <dgm:spPr/>
    </dgm:pt>
    <dgm:pt modelId="{6E9757AF-964C-4D65-82B0-2EDEF7E7EF2B}" type="pres">
      <dgm:prSet presAssocID="{C02CC369-0C42-41AF-9C39-F570A7A64F83}" presName="bgRect" presStyleLbl="bgShp" presStyleIdx="4" presStyleCnt="5"/>
      <dgm:spPr/>
    </dgm:pt>
    <dgm:pt modelId="{08E78960-4BA2-40ED-BC41-868CC7E39B88}" type="pres">
      <dgm:prSet presAssocID="{C02CC369-0C42-41AF-9C39-F570A7A64F8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7EA2A41-E4A4-4FEB-951C-3014F9349809}" type="pres">
      <dgm:prSet presAssocID="{C02CC369-0C42-41AF-9C39-F570A7A64F83}" presName="spaceRect" presStyleCnt="0"/>
      <dgm:spPr/>
    </dgm:pt>
    <dgm:pt modelId="{E4AC4FA2-62E2-4102-AE89-D2422EEE67CF}" type="pres">
      <dgm:prSet presAssocID="{C02CC369-0C42-41AF-9C39-F570A7A64F8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B0A4E21-8BE9-4C98-B472-65C7E47D1C30}" srcId="{310EA4A3-3635-4ABA-9551-EB4600380761}" destId="{F1900D35-03D3-42BE-99B5-CA66AB535201}" srcOrd="1" destOrd="0" parTransId="{F2015F07-27F7-4E78-B591-A400F4582005}" sibTransId="{44F97021-6BAA-4491-BCDF-F823A3CC856F}"/>
    <dgm:cxn modelId="{BD5F273F-DAF4-435B-BD56-8E088C47B984}" srcId="{310EA4A3-3635-4ABA-9551-EB4600380761}" destId="{25076D29-2550-4155-91A6-4225D148B147}" srcOrd="2" destOrd="0" parTransId="{83CF3C58-B1A8-4C74-89A4-37BF2536E36D}" sibTransId="{CADCC6AE-1EE3-4C5F-85DB-1B56033921A4}"/>
    <dgm:cxn modelId="{86525942-BB02-4B87-8AD9-BF25406119C0}" type="presOf" srcId="{C02CC369-0C42-41AF-9C39-F570A7A64F83}" destId="{E4AC4FA2-62E2-4102-AE89-D2422EEE67CF}" srcOrd="0" destOrd="0" presId="urn:microsoft.com/office/officeart/2018/2/layout/IconVerticalSolidList"/>
    <dgm:cxn modelId="{F2B5FC53-6C19-40EC-BE63-20004F9452B7}" type="presOf" srcId="{310EA4A3-3635-4ABA-9551-EB4600380761}" destId="{5BC6D6CD-3B71-49BC-8AA0-EED769F4FF93}" srcOrd="0" destOrd="0" presId="urn:microsoft.com/office/officeart/2018/2/layout/IconVerticalSolidList"/>
    <dgm:cxn modelId="{0E868C5A-DA91-4300-AE73-AF19BC0FEBEF}" srcId="{310EA4A3-3635-4ABA-9551-EB4600380761}" destId="{C02CC369-0C42-41AF-9C39-F570A7A64F83}" srcOrd="4" destOrd="0" parTransId="{5306F239-D71D-45FB-A681-6E3BF88D060D}" sibTransId="{98654F26-9EE1-4BDB-99BC-998F8BF86F30}"/>
    <dgm:cxn modelId="{65ABA271-8B82-4E40-A9E2-3E2DDB499A78}" srcId="{310EA4A3-3635-4ABA-9551-EB4600380761}" destId="{073C79F0-9E5C-4C0C-B9F1-89AF588878ED}" srcOrd="3" destOrd="0" parTransId="{94A98DF4-769E-4E0F-BB02-2FD0BE67F907}" sibTransId="{2F646401-BAE3-41D8-9E76-81AA12CB2E8A}"/>
    <dgm:cxn modelId="{83228B98-ECD9-4FD9-94C7-612A599C47E6}" srcId="{310EA4A3-3635-4ABA-9551-EB4600380761}" destId="{380689C8-7DB9-48A0-9E55-AE43B58A49C1}" srcOrd="0" destOrd="0" parTransId="{82A7C33E-3E48-4532-BA64-445B14313963}" sibTransId="{091FFAD5-9625-4A54-8401-D3E3B15B462A}"/>
    <dgm:cxn modelId="{D39BD7A4-0B83-4ACA-9AFB-ABA8550B57F5}" type="presOf" srcId="{25076D29-2550-4155-91A6-4225D148B147}" destId="{65FEA84C-4B6A-4154-96A0-9C8349CFA07D}" srcOrd="0" destOrd="0" presId="urn:microsoft.com/office/officeart/2018/2/layout/IconVerticalSolidList"/>
    <dgm:cxn modelId="{04AB4EB0-AF00-48A6-BC9E-6995C3727B9A}" type="presOf" srcId="{073C79F0-9E5C-4C0C-B9F1-89AF588878ED}" destId="{7D9D68CD-773D-4F0C-B5BF-63F88C501F5D}" srcOrd="0" destOrd="0" presId="urn:microsoft.com/office/officeart/2018/2/layout/IconVerticalSolidList"/>
    <dgm:cxn modelId="{36870FF3-E422-4AC6-8E6A-416DEFD6B064}" type="presOf" srcId="{F1900D35-03D3-42BE-99B5-CA66AB535201}" destId="{FF3624D4-6D13-4462-829A-F7308639C771}" srcOrd="0" destOrd="0" presId="urn:microsoft.com/office/officeart/2018/2/layout/IconVerticalSolidList"/>
    <dgm:cxn modelId="{C96797FC-9F14-4555-A9DE-E472AAB153E9}" type="presOf" srcId="{380689C8-7DB9-48A0-9E55-AE43B58A49C1}" destId="{1EFA89F9-D9F1-42AD-807E-0E94F9AB17BB}" srcOrd="0" destOrd="0" presId="urn:microsoft.com/office/officeart/2018/2/layout/IconVerticalSolidList"/>
    <dgm:cxn modelId="{79B5828B-D60B-446B-8263-6271E1E93C14}" type="presParOf" srcId="{5BC6D6CD-3B71-49BC-8AA0-EED769F4FF93}" destId="{5ACD0390-868F-4EB6-AC38-DD925F506D2F}" srcOrd="0" destOrd="0" presId="urn:microsoft.com/office/officeart/2018/2/layout/IconVerticalSolidList"/>
    <dgm:cxn modelId="{89FD5E97-9C01-4506-AC97-66C9649BDB5B}" type="presParOf" srcId="{5ACD0390-868F-4EB6-AC38-DD925F506D2F}" destId="{F051029F-CF9C-4B2E-BD01-13D1327F456C}" srcOrd="0" destOrd="0" presId="urn:microsoft.com/office/officeart/2018/2/layout/IconVerticalSolidList"/>
    <dgm:cxn modelId="{00DB3659-17CD-4EE1-804B-0DABCDB83210}" type="presParOf" srcId="{5ACD0390-868F-4EB6-AC38-DD925F506D2F}" destId="{83A47C43-7EBB-4A2A-B5B7-1D40BCF4C89F}" srcOrd="1" destOrd="0" presId="urn:microsoft.com/office/officeart/2018/2/layout/IconVerticalSolidList"/>
    <dgm:cxn modelId="{8A58ACA2-C837-4F3F-BBB7-C4535EC7A8ED}" type="presParOf" srcId="{5ACD0390-868F-4EB6-AC38-DD925F506D2F}" destId="{8105E4D6-6111-41DE-9629-52CAE0E5A4D2}" srcOrd="2" destOrd="0" presId="urn:microsoft.com/office/officeart/2018/2/layout/IconVerticalSolidList"/>
    <dgm:cxn modelId="{F9A13C89-0EC3-4E53-BC69-10A1E81AD6A0}" type="presParOf" srcId="{5ACD0390-868F-4EB6-AC38-DD925F506D2F}" destId="{1EFA89F9-D9F1-42AD-807E-0E94F9AB17BB}" srcOrd="3" destOrd="0" presId="urn:microsoft.com/office/officeart/2018/2/layout/IconVerticalSolidList"/>
    <dgm:cxn modelId="{73FF5A6E-80AB-4216-8D68-CB6DFE10BAAC}" type="presParOf" srcId="{5BC6D6CD-3B71-49BC-8AA0-EED769F4FF93}" destId="{5180AE6A-8ABD-4DE6-A3A7-002755186EA1}" srcOrd="1" destOrd="0" presId="urn:microsoft.com/office/officeart/2018/2/layout/IconVerticalSolidList"/>
    <dgm:cxn modelId="{5E4FDC70-C291-4731-B8C9-8D91A01AEB4F}" type="presParOf" srcId="{5BC6D6CD-3B71-49BC-8AA0-EED769F4FF93}" destId="{D15A0F74-063E-4E1A-9FBF-4BB8CE702BAB}" srcOrd="2" destOrd="0" presId="urn:microsoft.com/office/officeart/2018/2/layout/IconVerticalSolidList"/>
    <dgm:cxn modelId="{DD30E39D-6D1C-4643-90E5-379B35DD7A44}" type="presParOf" srcId="{D15A0F74-063E-4E1A-9FBF-4BB8CE702BAB}" destId="{97DB1E4A-B0C2-480D-8017-5514998933E6}" srcOrd="0" destOrd="0" presId="urn:microsoft.com/office/officeart/2018/2/layout/IconVerticalSolidList"/>
    <dgm:cxn modelId="{23B15E7C-AF01-4B70-9F1A-58184225EBCE}" type="presParOf" srcId="{D15A0F74-063E-4E1A-9FBF-4BB8CE702BAB}" destId="{7CE87365-04D8-4279-B900-270D68BB4C00}" srcOrd="1" destOrd="0" presId="urn:microsoft.com/office/officeart/2018/2/layout/IconVerticalSolidList"/>
    <dgm:cxn modelId="{FE931D0C-55B4-4663-9A1D-AC97852BE327}" type="presParOf" srcId="{D15A0F74-063E-4E1A-9FBF-4BB8CE702BAB}" destId="{450925E6-DB02-4FEF-A82B-7303C3B4595D}" srcOrd="2" destOrd="0" presId="urn:microsoft.com/office/officeart/2018/2/layout/IconVerticalSolidList"/>
    <dgm:cxn modelId="{71B3FD15-C79B-457B-8124-5851CC75B14A}" type="presParOf" srcId="{D15A0F74-063E-4E1A-9FBF-4BB8CE702BAB}" destId="{FF3624D4-6D13-4462-829A-F7308639C771}" srcOrd="3" destOrd="0" presId="urn:microsoft.com/office/officeart/2018/2/layout/IconVerticalSolidList"/>
    <dgm:cxn modelId="{5D6F13BE-988E-4E8E-8486-576C3991503E}" type="presParOf" srcId="{5BC6D6CD-3B71-49BC-8AA0-EED769F4FF93}" destId="{C0DF3BC9-9A40-48C8-88AE-7BFDE4140056}" srcOrd="3" destOrd="0" presId="urn:microsoft.com/office/officeart/2018/2/layout/IconVerticalSolidList"/>
    <dgm:cxn modelId="{14F7964D-9484-420C-9DA7-6BBE0C1E9DC9}" type="presParOf" srcId="{5BC6D6CD-3B71-49BC-8AA0-EED769F4FF93}" destId="{C44416DA-DE76-454E-A58C-84C0B7B3D8D9}" srcOrd="4" destOrd="0" presId="urn:microsoft.com/office/officeart/2018/2/layout/IconVerticalSolidList"/>
    <dgm:cxn modelId="{D074C371-6353-4319-8A58-74960A6B5D11}" type="presParOf" srcId="{C44416DA-DE76-454E-A58C-84C0B7B3D8D9}" destId="{E5AA9C2A-0A07-4539-8864-9140755CC1F0}" srcOrd="0" destOrd="0" presId="urn:microsoft.com/office/officeart/2018/2/layout/IconVerticalSolidList"/>
    <dgm:cxn modelId="{54B68476-4AA7-4DA7-B272-EC14E8E0B197}" type="presParOf" srcId="{C44416DA-DE76-454E-A58C-84C0B7B3D8D9}" destId="{8C1581BE-FC4C-417B-9FA4-912C213787F6}" srcOrd="1" destOrd="0" presId="urn:microsoft.com/office/officeart/2018/2/layout/IconVerticalSolidList"/>
    <dgm:cxn modelId="{2AB4E1F4-DC6A-4F2C-A83B-59A5173102A4}" type="presParOf" srcId="{C44416DA-DE76-454E-A58C-84C0B7B3D8D9}" destId="{668018B0-3947-44CF-9BAE-A8F4ABB5D8A4}" srcOrd="2" destOrd="0" presId="urn:microsoft.com/office/officeart/2018/2/layout/IconVerticalSolidList"/>
    <dgm:cxn modelId="{75205859-3B28-45E4-9AC9-FF45FE128EAA}" type="presParOf" srcId="{C44416DA-DE76-454E-A58C-84C0B7B3D8D9}" destId="{65FEA84C-4B6A-4154-96A0-9C8349CFA07D}" srcOrd="3" destOrd="0" presId="urn:microsoft.com/office/officeart/2018/2/layout/IconVerticalSolidList"/>
    <dgm:cxn modelId="{1657F7CC-4F5A-43C0-91EB-44D7FF13B836}" type="presParOf" srcId="{5BC6D6CD-3B71-49BC-8AA0-EED769F4FF93}" destId="{865A70F4-88F9-4B3A-AF2B-B1BA629A73E8}" srcOrd="5" destOrd="0" presId="urn:microsoft.com/office/officeart/2018/2/layout/IconVerticalSolidList"/>
    <dgm:cxn modelId="{81B1217F-F4FC-401A-9132-49AB54EBF3D0}" type="presParOf" srcId="{5BC6D6CD-3B71-49BC-8AA0-EED769F4FF93}" destId="{F9202EF1-7E4E-4848-9F3F-4B81880E3061}" srcOrd="6" destOrd="0" presId="urn:microsoft.com/office/officeart/2018/2/layout/IconVerticalSolidList"/>
    <dgm:cxn modelId="{24216CCD-E0A2-471B-B279-FE930CB5589F}" type="presParOf" srcId="{F9202EF1-7E4E-4848-9F3F-4B81880E3061}" destId="{F99D19B0-25C1-4FE9-BB81-5AC8C56EE431}" srcOrd="0" destOrd="0" presId="urn:microsoft.com/office/officeart/2018/2/layout/IconVerticalSolidList"/>
    <dgm:cxn modelId="{3665CBA9-AB20-45A3-BF26-C0A5ABACA73F}" type="presParOf" srcId="{F9202EF1-7E4E-4848-9F3F-4B81880E3061}" destId="{C53CD0BA-9FE4-46EA-A58F-705C726CA2C1}" srcOrd="1" destOrd="0" presId="urn:microsoft.com/office/officeart/2018/2/layout/IconVerticalSolidList"/>
    <dgm:cxn modelId="{0167A2C7-9013-4FB5-A333-07B0B8563F04}" type="presParOf" srcId="{F9202EF1-7E4E-4848-9F3F-4B81880E3061}" destId="{3559C8F9-7576-4BCE-BCFC-594EFB0BFF35}" srcOrd="2" destOrd="0" presId="urn:microsoft.com/office/officeart/2018/2/layout/IconVerticalSolidList"/>
    <dgm:cxn modelId="{3CD8BCBD-3B88-4337-A572-B522DA0C5875}" type="presParOf" srcId="{F9202EF1-7E4E-4848-9F3F-4B81880E3061}" destId="{7D9D68CD-773D-4F0C-B5BF-63F88C501F5D}" srcOrd="3" destOrd="0" presId="urn:microsoft.com/office/officeart/2018/2/layout/IconVerticalSolidList"/>
    <dgm:cxn modelId="{84DF41A4-3BFC-4387-A659-886817962B7F}" type="presParOf" srcId="{5BC6D6CD-3B71-49BC-8AA0-EED769F4FF93}" destId="{73C6CD1F-C68E-4296-B059-D3171634BB44}" srcOrd="7" destOrd="0" presId="urn:microsoft.com/office/officeart/2018/2/layout/IconVerticalSolidList"/>
    <dgm:cxn modelId="{9AE96BE4-2197-4F9F-B573-1038571835CE}" type="presParOf" srcId="{5BC6D6CD-3B71-49BC-8AA0-EED769F4FF93}" destId="{655CD018-1E34-4568-B3E5-E31E0D272879}" srcOrd="8" destOrd="0" presId="urn:microsoft.com/office/officeart/2018/2/layout/IconVerticalSolidList"/>
    <dgm:cxn modelId="{DA5A16E3-4C4A-4E81-A218-706F2F158F06}" type="presParOf" srcId="{655CD018-1E34-4568-B3E5-E31E0D272879}" destId="{6E9757AF-964C-4D65-82B0-2EDEF7E7EF2B}" srcOrd="0" destOrd="0" presId="urn:microsoft.com/office/officeart/2018/2/layout/IconVerticalSolidList"/>
    <dgm:cxn modelId="{7C584916-37F9-4064-B31F-07FA3503E992}" type="presParOf" srcId="{655CD018-1E34-4568-B3E5-E31E0D272879}" destId="{08E78960-4BA2-40ED-BC41-868CC7E39B88}" srcOrd="1" destOrd="0" presId="urn:microsoft.com/office/officeart/2018/2/layout/IconVerticalSolidList"/>
    <dgm:cxn modelId="{C5569CAF-0749-4CF5-B2AB-EBAF3FCB00C4}" type="presParOf" srcId="{655CD018-1E34-4568-B3E5-E31E0D272879}" destId="{E7EA2A41-E4A4-4FEB-951C-3014F9349809}" srcOrd="2" destOrd="0" presId="urn:microsoft.com/office/officeart/2018/2/layout/IconVerticalSolidList"/>
    <dgm:cxn modelId="{63D62D8A-EEF0-4246-9664-59C6C6E5E193}" type="presParOf" srcId="{655CD018-1E34-4568-B3E5-E31E0D272879}" destId="{E4AC4FA2-62E2-4102-AE89-D2422EEE67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44AE90-D6AE-4AA1-A102-5D3DD72C67F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85676C-9862-40CC-B0ED-1CCDAA6A5B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will need specialized hardware. The two most common options are a VPS ($20-30/month) or a Mac Mini ($600-700).</a:t>
          </a:r>
        </a:p>
      </dgm:t>
    </dgm:pt>
    <dgm:pt modelId="{8102B3B8-7845-4EE2-968E-33FBA3E22069}" type="parTrans" cxnId="{EFBB0C3D-5A42-4BE2-AD24-DD001C8C8A8D}">
      <dgm:prSet/>
      <dgm:spPr/>
      <dgm:t>
        <a:bodyPr/>
        <a:lstStyle/>
        <a:p>
          <a:endParaRPr lang="en-US"/>
        </a:p>
      </dgm:t>
    </dgm:pt>
    <dgm:pt modelId="{2671F0B8-093A-47A5-9A51-630FF4B10295}" type="sibTrans" cxnId="{EFBB0C3D-5A42-4BE2-AD24-DD001C8C8A8D}">
      <dgm:prSet/>
      <dgm:spPr/>
      <dgm:t>
        <a:bodyPr/>
        <a:lstStyle/>
        <a:p>
          <a:endParaRPr lang="en-US"/>
        </a:p>
      </dgm:t>
    </dgm:pt>
    <dgm:pt modelId="{548C3F4E-8C2F-442D-AB0F-3F8D69AE07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will require an AI API key (it can be Anthropics, Sonet, …). This will be a cost that you will have to regulate.</a:t>
          </a:r>
        </a:p>
      </dgm:t>
    </dgm:pt>
    <dgm:pt modelId="{AC35CE20-447A-410F-B105-911B20E21F1B}" type="parTrans" cxnId="{4F85E13A-90DE-436A-9BFF-21D02E4046B1}">
      <dgm:prSet/>
      <dgm:spPr/>
      <dgm:t>
        <a:bodyPr/>
        <a:lstStyle/>
        <a:p>
          <a:endParaRPr lang="en-US"/>
        </a:p>
      </dgm:t>
    </dgm:pt>
    <dgm:pt modelId="{601799BE-82C8-4F0B-8D9B-28BA48D170FE}" type="sibTrans" cxnId="{4F85E13A-90DE-436A-9BFF-21D02E4046B1}">
      <dgm:prSet/>
      <dgm:spPr/>
      <dgm:t>
        <a:bodyPr/>
        <a:lstStyle/>
        <a:p>
          <a:endParaRPr lang="en-US"/>
        </a:p>
      </dgm:t>
    </dgm:pt>
    <dgm:pt modelId="{CEF988B7-4D17-4C2C-A90E-BD1C86A37D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Also consider a possible ROI, how much is your time worth? How much of that time can you save by actively using this tool?</a:t>
          </a:r>
        </a:p>
      </dgm:t>
    </dgm:pt>
    <dgm:pt modelId="{D0A64D54-4D6C-40E8-93E8-F8EC02D58D41}" type="parTrans" cxnId="{CA5431B6-21B7-4191-9592-192E31E6E504}">
      <dgm:prSet/>
      <dgm:spPr/>
      <dgm:t>
        <a:bodyPr/>
        <a:lstStyle/>
        <a:p>
          <a:endParaRPr lang="en-US"/>
        </a:p>
      </dgm:t>
    </dgm:pt>
    <dgm:pt modelId="{249103B1-0554-4FCA-8DC1-D798DF6D7DBB}" type="sibTrans" cxnId="{CA5431B6-21B7-4191-9592-192E31E6E504}">
      <dgm:prSet/>
      <dgm:spPr/>
      <dgm:t>
        <a:bodyPr/>
        <a:lstStyle/>
        <a:p>
          <a:endParaRPr lang="en-US"/>
        </a:p>
      </dgm:t>
    </dgm:pt>
    <dgm:pt modelId="{8CD8D632-13F6-4D22-A7CB-971957E56326}" type="pres">
      <dgm:prSet presAssocID="{9744AE90-D6AE-4AA1-A102-5D3DD72C67FD}" presName="root" presStyleCnt="0">
        <dgm:presLayoutVars>
          <dgm:dir/>
          <dgm:resizeHandles val="exact"/>
        </dgm:presLayoutVars>
      </dgm:prSet>
      <dgm:spPr/>
    </dgm:pt>
    <dgm:pt modelId="{9EEC037D-07CC-4742-B625-BBCC95F6FB06}" type="pres">
      <dgm:prSet presAssocID="{A885676C-9862-40CC-B0ED-1CCDAA6A5BCD}" presName="compNode" presStyleCnt="0"/>
      <dgm:spPr/>
    </dgm:pt>
    <dgm:pt modelId="{FF9DF1DE-DBA1-44FE-8F8F-0936A215D953}" type="pres">
      <dgm:prSet presAssocID="{A885676C-9862-40CC-B0ED-1CCDAA6A5BCD}" presName="bgRect" presStyleLbl="bgShp" presStyleIdx="0" presStyleCnt="3"/>
      <dgm:spPr/>
    </dgm:pt>
    <dgm:pt modelId="{C7B24E7C-A953-4A73-9840-4BE88594A9DA}" type="pres">
      <dgm:prSet presAssocID="{A885676C-9862-40CC-B0ED-1CCDAA6A5B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61E0B75-5986-4501-888A-1AD9040749D9}" type="pres">
      <dgm:prSet presAssocID="{A885676C-9862-40CC-B0ED-1CCDAA6A5BCD}" presName="spaceRect" presStyleCnt="0"/>
      <dgm:spPr/>
    </dgm:pt>
    <dgm:pt modelId="{57F4C84D-B793-46E7-8B4E-749518047F7E}" type="pres">
      <dgm:prSet presAssocID="{A885676C-9862-40CC-B0ED-1CCDAA6A5BCD}" presName="parTx" presStyleLbl="revTx" presStyleIdx="0" presStyleCnt="3">
        <dgm:presLayoutVars>
          <dgm:chMax val="0"/>
          <dgm:chPref val="0"/>
        </dgm:presLayoutVars>
      </dgm:prSet>
      <dgm:spPr/>
    </dgm:pt>
    <dgm:pt modelId="{8FB2D402-00A9-4E18-B060-70701CEE2124}" type="pres">
      <dgm:prSet presAssocID="{2671F0B8-093A-47A5-9A51-630FF4B10295}" presName="sibTrans" presStyleCnt="0"/>
      <dgm:spPr/>
    </dgm:pt>
    <dgm:pt modelId="{B58D6DB2-3DD7-4AFC-9933-D9A4EA65F878}" type="pres">
      <dgm:prSet presAssocID="{548C3F4E-8C2F-442D-AB0F-3F8D69AE0794}" presName="compNode" presStyleCnt="0"/>
      <dgm:spPr/>
    </dgm:pt>
    <dgm:pt modelId="{6B8E0080-11B3-4356-9C89-DCD3B0FEA695}" type="pres">
      <dgm:prSet presAssocID="{548C3F4E-8C2F-442D-AB0F-3F8D69AE0794}" presName="bgRect" presStyleLbl="bgShp" presStyleIdx="1" presStyleCnt="3"/>
      <dgm:spPr/>
    </dgm:pt>
    <dgm:pt modelId="{236FB491-5141-4A3C-8C83-6BA95AAB60FF}" type="pres">
      <dgm:prSet presAssocID="{548C3F4E-8C2F-442D-AB0F-3F8D69AE079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D24798-6605-4DA1-ACC3-14D456DF5615}" type="pres">
      <dgm:prSet presAssocID="{548C3F4E-8C2F-442D-AB0F-3F8D69AE0794}" presName="spaceRect" presStyleCnt="0"/>
      <dgm:spPr/>
    </dgm:pt>
    <dgm:pt modelId="{7126BD47-824D-41E6-AC65-99A9E61FD984}" type="pres">
      <dgm:prSet presAssocID="{548C3F4E-8C2F-442D-AB0F-3F8D69AE0794}" presName="parTx" presStyleLbl="revTx" presStyleIdx="1" presStyleCnt="3">
        <dgm:presLayoutVars>
          <dgm:chMax val="0"/>
          <dgm:chPref val="0"/>
        </dgm:presLayoutVars>
      </dgm:prSet>
      <dgm:spPr/>
    </dgm:pt>
    <dgm:pt modelId="{31D00D74-E5A4-4147-ADB5-154141F293D6}" type="pres">
      <dgm:prSet presAssocID="{601799BE-82C8-4F0B-8D9B-28BA48D170FE}" presName="sibTrans" presStyleCnt="0"/>
      <dgm:spPr/>
    </dgm:pt>
    <dgm:pt modelId="{3A8CB7A9-B84C-4512-AF56-D005C40DE2DF}" type="pres">
      <dgm:prSet presAssocID="{CEF988B7-4D17-4C2C-A90E-BD1C86A37D83}" presName="compNode" presStyleCnt="0"/>
      <dgm:spPr/>
    </dgm:pt>
    <dgm:pt modelId="{51FFC15F-E1EF-4DF3-8C99-D3CC981455C1}" type="pres">
      <dgm:prSet presAssocID="{CEF988B7-4D17-4C2C-A90E-BD1C86A37D83}" presName="bgRect" presStyleLbl="bgShp" presStyleIdx="2" presStyleCnt="3"/>
      <dgm:spPr/>
    </dgm:pt>
    <dgm:pt modelId="{57B08B52-8488-44D6-911D-7520EF327484}" type="pres">
      <dgm:prSet presAssocID="{CEF988B7-4D17-4C2C-A90E-BD1C86A37D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9C19805-C591-41C9-B7C1-4FDD38B2E7E7}" type="pres">
      <dgm:prSet presAssocID="{CEF988B7-4D17-4C2C-A90E-BD1C86A37D83}" presName="spaceRect" presStyleCnt="0"/>
      <dgm:spPr/>
    </dgm:pt>
    <dgm:pt modelId="{A9A5DAB6-A04B-474E-9D16-0690352B28C0}" type="pres">
      <dgm:prSet presAssocID="{CEF988B7-4D17-4C2C-A90E-BD1C86A37D8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F85E13A-90DE-436A-9BFF-21D02E4046B1}" srcId="{9744AE90-D6AE-4AA1-A102-5D3DD72C67FD}" destId="{548C3F4E-8C2F-442D-AB0F-3F8D69AE0794}" srcOrd="1" destOrd="0" parTransId="{AC35CE20-447A-410F-B105-911B20E21F1B}" sibTransId="{601799BE-82C8-4F0B-8D9B-28BA48D170FE}"/>
    <dgm:cxn modelId="{EFBB0C3D-5A42-4BE2-AD24-DD001C8C8A8D}" srcId="{9744AE90-D6AE-4AA1-A102-5D3DD72C67FD}" destId="{A885676C-9862-40CC-B0ED-1CCDAA6A5BCD}" srcOrd="0" destOrd="0" parTransId="{8102B3B8-7845-4EE2-968E-33FBA3E22069}" sibTransId="{2671F0B8-093A-47A5-9A51-630FF4B10295}"/>
    <dgm:cxn modelId="{CA5431B6-21B7-4191-9592-192E31E6E504}" srcId="{9744AE90-D6AE-4AA1-A102-5D3DD72C67FD}" destId="{CEF988B7-4D17-4C2C-A90E-BD1C86A37D83}" srcOrd="2" destOrd="0" parTransId="{D0A64D54-4D6C-40E8-93E8-F8EC02D58D41}" sibTransId="{249103B1-0554-4FCA-8DC1-D798DF6D7DBB}"/>
    <dgm:cxn modelId="{35C78DD4-AB05-4109-A31A-2677DA7E27D1}" type="presOf" srcId="{9744AE90-D6AE-4AA1-A102-5D3DD72C67FD}" destId="{8CD8D632-13F6-4D22-A7CB-971957E56326}" srcOrd="0" destOrd="0" presId="urn:microsoft.com/office/officeart/2018/2/layout/IconVerticalSolidList"/>
    <dgm:cxn modelId="{A7887CDE-51C8-424E-9A04-F5E6DB05A37E}" type="presOf" srcId="{CEF988B7-4D17-4C2C-A90E-BD1C86A37D83}" destId="{A9A5DAB6-A04B-474E-9D16-0690352B28C0}" srcOrd="0" destOrd="0" presId="urn:microsoft.com/office/officeart/2018/2/layout/IconVerticalSolidList"/>
    <dgm:cxn modelId="{2D68CDE1-D2CD-4064-A0C3-2441C3ACF138}" type="presOf" srcId="{A885676C-9862-40CC-B0ED-1CCDAA6A5BCD}" destId="{57F4C84D-B793-46E7-8B4E-749518047F7E}" srcOrd="0" destOrd="0" presId="urn:microsoft.com/office/officeart/2018/2/layout/IconVerticalSolidList"/>
    <dgm:cxn modelId="{9E58E3E9-6087-4FC9-A015-1A5C761EC51E}" type="presOf" srcId="{548C3F4E-8C2F-442D-AB0F-3F8D69AE0794}" destId="{7126BD47-824D-41E6-AC65-99A9E61FD984}" srcOrd="0" destOrd="0" presId="urn:microsoft.com/office/officeart/2018/2/layout/IconVerticalSolidList"/>
    <dgm:cxn modelId="{5EE2AB08-4C9C-4D44-858F-C5854AED3AF2}" type="presParOf" srcId="{8CD8D632-13F6-4D22-A7CB-971957E56326}" destId="{9EEC037D-07CC-4742-B625-BBCC95F6FB06}" srcOrd="0" destOrd="0" presId="urn:microsoft.com/office/officeart/2018/2/layout/IconVerticalSolidList"/>
    <dgm:cxn modelId="{D6A5571B-A9B5-4B8D-B20B-624610E7D7AD}" type="presParOf" srcId="{9EEC037D-07CC-4742-B625-BBCC95F6FB06}" destId="{FF9DF1DE-DBA1-44FE-8F8F-0936A215D953}" srcOrd="0" destOrd="0" presId="urn:microsoft.com/office/officeart/2018/2/layout/IconVerticalSolidList"/>
    <dgm:cxn modelId="{0EB3E934-A197-480F-92F3-A364C23B236F}" type="presParOf" srcId="{9EEC037D-07CC-4742-B625-BBCC95F6FB06}" destId="{C7B24E7C-A953-4A73-9840-4BE88594A9DA}" srcOrd="1" destOrd="0" presId="urn:microsoft.com/office/officeart/2018/2/layout/IconVerticalSolidList"/>
    <dgm:cxn modelId="{3836E27F-ABE9-4EBE-8AA8-59D33530F2FB}" type="presParOf" srcId="{9EEC037D-07CC-4742-B625-BBCC95F6FB06}" destId="{561E0B75-5986-4501-888A-1AD9040749D9}" srcOrd="2" destOrd="0" presId="urn:microsoft.com/office/officeart/2018/2/layout/IconVerticalSolidList"/>
    <dgm:cxn modelId="{F6CB6839-A893-44D5-9B3A-69EBD37EE77C}" type="presParOf" srcId="{9EEC037D-07CC-4742-B625-BBCC95F6FB06}" destId="{57F4C84D-B793-46E7-8B4E-749518047F7E}" srcOrd="3" destOrd="0" presId="urn:microsoft.com/office/officeart/2018/2/layout/IconVerticalSolidList"/>
    <dgm:cxn modelId="{6E003D93-8B15-4C89-B711-AA126564E456}" type="presParOf" srcId="{8CD8D632-13F6-4D22-A7CB-971957E56326}" destId="{8FB2D402-00A9-4E18-B060-70701CEE2124}" srcOrd="1" destOrd="0" presId="urn:microsoft.com/office/officeart/2018/2/layout/IconVerticalSolidList"/>
    <dgm:cxn modelId="{275AF10C-681E-440A-AD17-E2AE3D8708E2}" type="presParOf" srcId="{8CD8D632-13F6-4D22-A7CB-971957E56326}" destId="{B58D6DB2-3DD7-4AFC-9933-D9A4EA65F878}" srcOrd="2" destOrd="0" presId="urn:microsoft.com/office/officeart/2018/2/layout/IconVerticalSolidList"/>
    <dgm:cxn modelId="{8E1685E2-155A-463F-985D-4C01F46C6119}" type="presParOf" srcId="{B58D6DB2-3DD7-4AFC-9933-D9A4EA65F878}" destId="{6B8E0080-11B3-4356-9C89-DCD3B0FEA695}" srcOrd="0" destOrd="0" presId="urn:microsoft.com/office/officeart/2018/2/layout/IconVerticalSolidList"/>
    <dgm:cxn modelId="{6E553D9E-5F55-4085-9D1C-7AC33EBAD16D}" type="presParOf" srcId="{B58D6DB2-3DD7-4AFC-9933-D9A4EA65F878}" destId="{236FB491-5141-4A3C-8C83-6BA95AAB60FF}" srcOrd="1" destOrd="0" presId="urn:microsoft.com/office/officeart/2018/2/layout/IconVerticalSolidList"/>
    <dgm:cxn modelId="{B3D639EF-1532-44A6-A89D-330A8ACEF8B3}" type="presParOf" srcId="{B58D6DB2-3DD7-4AFC-9933-D9A4EA65F878}" destId="{BBD24798-6605-4DA1-ACC3-14D456DF5615}" srcOrd="2" destOrd="0" presId="urn:microsoft.com/office/officeart/2018/2/layout/IconVerticalSolidList"/>
    <dgm:cxn modelId="{F5FBEA51-F1C4-4E2C-9826-98C5D3BED1E1}" type="presParOf" srcId="{B58D6DB2-3DD7-4AFC-9933-D9A4EA65F878}" destId="{7126BD47-824D-41E6-AC65-99A9E61FD984}" srcOrd="3" destOrd="0" presId="urn:microsoft.com/office/officeart/2018/2/layout/IconVerticalSolidList"/>
    <dgm:cxn modelId="{DB21BA34-9F67-4469-93F9-9C36629E1EB6}" type="presParOf" srcId="{8CD8D632-13F6-4D22-A7CB-971957E56326}" destId="{31D00D74-E5A4-4147-ADB5-154141F293D6}" srcOrd="3" destOrd="0" presId="urn:microsoft.com/office/officeart/2018/2/layout/IconVerticalSolidList"/>
    <dgm:cxn modelId="{38C4F923-9D24-44C4-A6EC-EADD243A00D9}" type="presParOf" srcId="{8CD8D632-13F6-4D22-A7CB-971957E56326}" destId="{3A8CB7A9-B84C-4512-AF56-D005C40DE2DF}" srcOrd="4" destOrd="0" presId="urn:microsoft.com/office/officeart/2018/2/layout/IconVerticalSolidList"/>
    <dgm:cxn modelId="{2EB56112-C7E4-4FA4-9788-A363CC5B1E19}" type="presParOf" srcId="{3A8CB7A9-B84C-4512-AF56-D005C40DE2DF}" destId="{51FFC15F-E1EF-4DF3-8C99-D3CC981455C1}" srcOrd="0" destOrd="0" presId="urn:microsoft.com/office/officeart/2018/2/layout/IconVerticalSolidList"/>
    <dgm:cxn modelId="{5EEE1B92-DC63-4C64-8047-047F8EBFE94E}" type="presParOf" srcId="{3A8CB7A9-B84C-4512-AF56-D005C40DE2DF}" destId="{57B08B52-8488-44D6-911D-7520EF327484}" srcOrd="1" destOrd="0" presId="urn:microsoft.com/office/officeart/2018/2/layout/IconVerticalSolidList"/>
    <dgm:cxn modelId="{0EAD5DD3-1EFD-4F38-9F0D-AF78710C8C08}" type="presParOf" srcId="{3A8CB7A9-B84C-4512-AF56-D005C40DE2DF}" destId="{C9C19805-C591-41C9-B7C1-4FDD38B2E7E7}" srcOrd="2" destOrd="0" presId="urn:microsoft.com/office/officeart/2018/2/layout/IconVerticalSolidList"/>
    <dgm:cxn modelId="{0EB6FF2F-6FBF-472D-BA82-10B25C11DDF7}" type="presParOf" srcId="{3A8CB7A9-B84C-4512-AF56-D005C40DE2DF}" destId="{A9A5DAB6-A04B-474E-9D16-0690352B28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9DB15-9E3B-4349-AB24-97C349B65302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DBD1E-4464-43DE-8FB0-3651D34E7111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5A304-D53A-42D9-BDCC-B9C035005835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a </a:t>
          </a:r>
          <a:r>
            <a:rPr lang="en-GB" sz="1700" kern="1200"/>
            <a:t>24/7 available AI employee who really works independently.</a:t>
          </a:r>
          <a:endParaRPr lang="en-US" sz="1700" kern="1200"/>
        </a:p>
      </dsp:txBody>
      <dsp:txXfrm>
        <a:off x="1172126" y="908559"/>
        <a:ext cx="2114937" cy="897246"/>
      </dsp:txXfrm>
    </dsp:sp>
    <dsp:sp modelId="{23F3E9F2-2599-484F-8F64-CD46D1817041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7898C-FEA5-4B1B-A827-8F8C30E8BC35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04834-66F7-47E0-A8B5-6FA2FE687392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was launched at the end of 2025.</a:t>
          </a:r>
        </a:p>
      </dsp:txBody>
      <dsp:txXfrm>
        <a:off x="4745088" y="908559"/>
        <a:ext cx="2114937" cy="897246"/>
      </dsp:txXfrm>
    </dsp:sp>
    <dsp:sp modelId="{D74F14AE-066C-4171-AF5C-7D1B75E42734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FE3C0-2DCB-43E3-9C5D-10E38C3A5EC0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7A56C-1778-4BF2-ADED-AD1385076E7E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 source, you can find its code on </a:t>
          </a:r>
          <a:r>
            <a:rPr lang="en-US" sz="1700" kern="1200">
              <a:hlinkClick xmlns:r="http://schemas.openxmlformats.org/officeDocument/2006/relationships" r:id="rId7"/>
            </a:rPr>
            <a:t>Github</a:t>
          </a:r>
          <a:r>
            <a:rPr lang="en-US" sz="1700" kern="1200"/>
            <a:t> (+200k stars)</a:t>
          </a:r>
        </a:p>
      </dsp:txBody>
      <dsp:txXfrm>
        <a:off x="8318049" y="908559"/>
        <a:ext cx="2114937" cy="897246"/>
      </dsp:txXfrm>
    </dsp:sp>
    <dsp:sp modelId="{F17A1AB0-F919-43A0-94F4-F446E265E951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E4610-3E79-4F29-A5C5-63DADB67CB30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2B350-4E37-48CA-96F8-4320F7E27CC5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Runs locally</a:t>
          </a:r>
        </a:p>
      </dsp:txBody>
      <dsp:txXfrm>
        <a:off x="1172126" y="2545532"/>
        <a:ext cx="2114937" cy="897246"/>
      </dsp:txXfrm>
    </dsp:sp>
    <dsp:sp modelId="{4FE75A4D-43F6-4B45-BCD7-3C60C391730C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A194F-C68C-4862-AC8E-F12104C85E19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63012-7D8A-4F4F-8A7A-4342D7606B3F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Peter Steinberger is its creator</a:t>
          </a:r>
          <a:endParaRPr lang="en-US" sz="1700" kern="1200" dirty="0"/>
        </a:p>
      </dsp:txBody>
      <dsp:txXfrm>
        <a:off x="4745088" y="2545532"/>
        <a:ext cx="2114937" cy="897246"/>
      </dsp:txXfrm>
    </dsp:sp>
    <dsp:sp modelId="{B8497D6F-D8BF-6447-BB38-9A60C8BC1454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C79CD-AD1C-1E41-9FF7-7980BE6BDCC8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FEBE2-01F9-6F4C-978F-43537527526A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It does not provide a model; it provides the brain wiring.</a:t>
          </a:r>
        </a:p>
      </dsp:txBody>
      <dsp:txXfrm>
        <a:off x="8318049" y="2545532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5599B-8F30-924A-A92F-A15090BAC627}">
      <dsp:nvSpPr>
        <dsp:cNvPr id="0" name=""/>
        <dsp:cNvSpPr/>
      </dsp:nvSpPr>
      <dsp:spPr>
        <a:xfrm>
          <a:off x="3953" y="418705"/>
          <a:ext cx="2377306" cy="9446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 err="1"/>
            <a:t>Clawdbot</a:t>
          </a:r>
          <a:endParaRPr lang="en-US" sz="2600" kern="1200" dirty="0"/>
        </a:p>
      </dsp:txBody>
      <dsp:txXfrm>
        <a:off x="3953" y="418705"/>
        <a:ext cx="2377306" cy="944606"/>
      </dsp:txXfrm>
    </dsp:sp>
    <dsp:sp modelId="{0781700B-17D9-5247-8AF1-21BE8F15BD23}">
      <dsp:nvSpPr>
        <dsp:cNvPr id="0" name=""/>
        <dsp:cNvSpPr/>
      </dsp:nvSpPr>
      <dsp:spPr>
        <a:xfrm>
          <a:off x="3953" y="1363312"/>
          <a:ext cx="2377306" cy="2569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/>
            <a:t>The naming is like Claude’s API, which the tool uses.</a:t>
          </a:r>
          <a:endParaRPr lang="en-US" sz="2600" kern="1200"/>
        </a:p>
      </dsp:txBody>
      <dsp:txXfrm>
        <a:off x="3953" y="1363312"/>
        <a:ext cx="2377306" cy="2569320"/>
      </dsp:txXfrm>
    </dsp:sp>
    <dsp:sp modelId="{E2F29010-F224-E64F-A468-AAE8973A2778}">
      <dsp:nvSpPr>
        <dsp:cNvPr id="0" name=""/>
        <dsp:cNvSpPr/>
      </dsp:nvSpPr>
      <dsp:spPr>
        <a:xfrm>
          <a:off x="2714082" y="418705"/>
          <a:ext cx="2377306" cy="944606"/>
        </a:xfrm>
        <a:prstGeom prst="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Cease and desist</a:t>
          </a:r>
          <a:endParaRPr lang="en-US" sz="2600" kern="1200" dirty="0"/>
        </a:p>
      </dsp:txBody>
      <dsp:txXfrm>
        <a:off x="2714082" y="418705"/>
        <a:ext cx="2377306" cy="944606"/>
      </dsp:txXfrm>
    </dsp:sp>
    <dsp:sp modelId="{639C8DD0-96DD-364F-9788-E4EAF0CD5424}">
      <dsp:nvSpPr>
        <dsp:cNvPr id="0" name=""/>
        <dsp:cNvSpPr/>
      </dsp:nvSpPr>
      <dsp:spPr>
        <a:xfrm>
          <a:off x="2714082" y="1363312"/>
          <a:ext cx="2377306" cy="2569320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/>
            <a:t>Anthropic complains about the naming similarities.</a:t>
          </a:r>
          <a:endParaRPr lang="en-US" sz="2600" kern="1200" dirty="0"/>
        </a:p>
      </dsp:txBody>
      <dsp:txXfrm>
        <a:off x="2714082" y="1363312"/>
        <a:ext cx="2377306" cy="2569320"/>
      </dsp:txXfrm>
    </dsp:sp>
    <dsp:sp modelId="{73CFEA8F-D790-6540-BCF3-E5F8C41E7A18}">
      <dsp:nvSpPr>
        <dsp:cNvPr id="0" name=""/>
        <dsp:cNvSpPr/>
      </dsp:nvSpPr>
      <dsp:spPr>
        <a:xfrm>
          <a:off x="5424211" y="418705"/>
          <a:ext cx="2377306" cy="944606"/>
        </a:xfrm>
        <a:prstGeom prst="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 err="1"/>
            <a:t>Modeboard</a:t>
          </a:r>
          <a:endParaRPr lang="en-US" sz="2600" kern="1200" dirty="0"/>
        </a:p>
      </dsp:txBody>
      <dsp:txXfrm>
        <a:off x="5424211" y="418705"/>
        <a:ext cx="2377306" cy="944606"/>
      </dsp:txXfrm>
    </dsp:sp>
    <dsp:sp modelId="{AE2EBCC6-A88D-B84C-94FC-D8A8E6D7FAC7}">
      <dsp:nvSpPr>
        <dsp:cNvPr id="0" name=""/>
        <dsp:cNvSpPr/>
      </dsp:nvSpPr>
      <dsp:spPr>
        <a:xfrm>
          <a:off x="5424211" y="1363312"/>
          <a:ext cx="2377306" cy="2569320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Weird renaming, it will not last for long.</a:t>
          </a:r>
        </a:p>
      </dsp:txBody>
      <dsp:txXfrm>
        <a:off x="5424211" y="1363312"/>
        <a:ext cx="2377306" cy="2569320"/>
      </dsp:txXfrm>
    </dsp:sp>
    <dsp:sp modelId="{33183258-9540-B840-A85F-A1CAEE9695DD}">
      <dsp:nvSpPr>
        <dsp:cNvPr id="0" name=""/>
        <dsp:cNvSpPr/>
      </dsp:nvSpPr>
      <dsp:spPr>
        <a:xfrm>
          <a:off x="8134340" y="418705"/>
          <a:ext cx="2377306" cy="944606"/>
        </a:xfrm>
        <a:prstGeom prst="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Open Claw</a:t>
          </a:r>
          <a:endParaRPr lang="en-US" sz="2600" kern="1200" dirty="0"/>
        </a:p>
      </dsp:txBody>
      <dsp:txXfrm>
        <a:off x="8134340" y="418705"/>
        <a:ext cx="2377306" cy="944606"/>
      </dsp:txXfrm>
    </dsp:sp>
    <dsp:sp modelId="{DD71CE07-A9AD-5F49-8A40-5E2A098B1637}">
      <dsp:nvSpPr>
        <dsp:cNvPr id="0" name=""/>
        <dsp:cNvSpPr/>
      </dsp:nvSpPr>
      <dsp:spPr>
        <a:xfrm>
          <a:off x="8134340" y="1363312"/>
          <a:ext cx="2377306" cy="2569320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/>
            <a:t>Final naming decision</a:t>
          </a:r>
          <a:endParaRPr lang="en-US" sz="2600" kern="1200"/>
        </a:p>
      </dsp:txBody>
      <dsp:txXfrm>
        <a:off x="8134340" y="1363312"/>
        <a:ext cx="2377306" cy="2569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1029F-CF9C-4B2E-BD01-13D1327F456C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47C43-7EBB-4A2A-B5B7-1D40BCF4C89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A89F9-D9F1-42AD-807E-0E94F9AB17B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Daily news digest </a:t>
          </a:r>
          <a:r>
            <a:rPr lang="en-US" sz="1800" kern="1200">
              <a:sym typeface="Wingdings" panose="05000000000000000000" pitchFamily="2" charset="2"/>
            </a:rPr>
            <a:t></a:t>
          </a:r>
          <a:r>
            <a:rPr lang="en-US" sz="1800" kern="1200"/>
            <a:t> </a:t>
          </a:r>
          <a:r>
            <a:rPr lang="en-GB" sz="1800" kern="1200"/>
            <a:t>Get daily summaries of new videos from your favourite channels.</a:t>
          </a:r>
          <a:endParaRPr lang="en-US" sz="1800" kern="1200"/>
        </a:p>
      </dsp:txBody>
      <dsp:txXfrm>
        <a:off x="836323" y="3399"/>
        <a:ext cx="9679276" cy="724089"/>
      </dsp:txXfrm>
    </dsp:sp>
    <dsp:sp modelId="{97DB1E4A-B0C2-480D-8017-5514998933E6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87365-04D8-4279-B900-270D68BB4C00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624D4-6D13-4462-829A-F7308639C77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Goal-driven autonomous tasks </a:t>
          </a:r>
          <a:r>
            <a:rPr lang="en-GB" sz="1800" kern="1200">
              <a:sym typeface="Wingdings" panose="05000000000000000000" pitchFamily="2" charset="2"/>
            </a:rPr>
            <a:t></a:t>
          </a:r>
          <a:r>
            <a:rPr lang="en-GB" sz="1800" kern="1200"/>
            <a:t> State your goals and make it generate, schedule and complete tasks.</a:t>
          </a:r>
          <a:endParaRPr lang="en-US" sz="1800" kern="1200"/>
        </a:p>
      </dsp:txBody>
      <dsp:txXfrm>
        <a:off x="836323" y="908511"/>
        <a:ext cx="9679276" cy="724089"/>
      </dsp:txXfrm>
    </dsp:sp>
    <dsp:sp modelId="{E5AA9C2A-0A07-4539-8864-9140755CC1F0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581BE-FC4C-417B-9FA4-912C213787F6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EA84C-4B6A-4154-96A0-9C8349CFA07D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Telegram access </a:t>
          </a:r>
          <a:r>
            <a:rPr lang="en-GB" sz="1800" kern="1200">
              <a:sym typeface="Wingdings" panose="05000000000000000000" pitchFamily="2" charset="2"/>
            </a:rPr>
            <a:t></a:t>
          </a:r>
          <a:r>
            <a:rPr lang="en-GB" sz="1800" kern="1200"/>
            <a:t> Access OpenClaw from any phone via Telegram.</a:t>
          </a:r>
          <a:endParaRPr lang="en-US" sz="1800" kern="1200"/>
        </a:p>
      </dsp:txBody>
      <dsp:txXfrm>
        <a:off x="836323" y="1813624"/>
        <a:ext cx="9679276" cy="724089"/>
      </dsp:txXfrm>
    </dsp:sp>
    <dsp:sp modelId="{F99D19B0-25C1-4FE9-BB81-5AC8C56EE43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CD0BA-9FE4-46EA-A58F-705C726CA2C1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D68CD-773D-4F0C-B5BF-63F88C501F5D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Get a morning brief </a:t>
          </a:r>
          <a:r>
            <a:rPr lang="en-GB" sz="1800" kern="1200">
              <a:sym typeface="Wingdings" panose="05000000000000000000" pitchFamily="2" charset="2"/>
            </a:rPr>
            <a:t></a:t>
          </a:r>
          <a:r>
            <a:rPr lang="en-GB" sz="1800" kern="1200"/>
            <a:t> Get a fully customized daily briefing from your own data, including to-do's, emails received…</a:t>
          </a:r>
          <a:endParaRPr lang="en-US" sz="1800" kern="1200"/>
        </a:p>
      </dsp:txBody>
      <dsp:txXfrm>
        <a:off x="836323" y="2718736"/>
        <a:ext cx="9679276" cy="724089"/>
      </dsp:txXfrm>
    </dsp:sp>
    <dsp:sp modelId="{6E9757AF-964C-4D65-82B0-2EDEF7E7EF2B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78960-4BA2-40ED-BC41-868CC7E39B88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C4FA2-62E2-4102-AE89-D2422EEE67CF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Market research </a:t>
          </a:r>
          <a:r>
            <a:rPr lang="en-GB" sz="1800" kern="1200">
              <a:sym typeface="Wingdings" panose="05000000000000000000" pitchFamily="2" charset="2"/>
            </a:rPr>
            <a:t></a:t>
          </a:r>
          <a:r>
            <a:rPr lang="en-GB" sz="1800" kern="1200"/>
            <a:t> Mine for data on the stock market for opportunities to analyze.</a:t>
          </a:r>
          <a:endParaRPr lang="en-US" sz="1800" kern="1200"/>
        </a:p>
      </dsp:txBody>
      <dsp:txXfrm>
        <a:off x="836323" y="3623848"/>
        <a:ext cx="9679276" cy="724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DF1DE-DBA1-44FE-8F8F-0936A215D953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24E7C-A953-4A73-9840-4BE88594A9DA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4C84D-B793-46E7-8B4E-749518047F7E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 will need specialized hardware. The two most common options are a VPS ($20-30/month) or a Mac Mini ($600-700).</a:t>
          </a:r>
        </a:p>
      </dsp:txBody>
      <dsp:txXfrm>
        <a:off x="1435590" y="531"/>
        <a:ext cx="9080009" cy="1242935"/>
      </dsp:txXfrm>
    </dsp:sp>
    <dsp:sp modelId="{6B8E0080-11B3-4356-9C89-DCD3B0FEA695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FB491-5141-4A3C-8C83-6BA95AAB60F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6BD47-824D-41E6-AC65-99A9E61FD984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 will require an AI API key (it can be Anthropics, Sonet, …). This will be a cost that you will have to regulate.</a:t>
          </a:r>
        </a:p>
      </dsp:txBody>
      <dsp:txXfrm>
        <a:off x="1435590" y="1554201"/>
        <a:ext cx="9080009" cy="1242935"/>
      </dsp:txXfrm>
    </dsp:sp>
    <dsp:sp modelId="{51FFC15F-E1EF-4DF3-8C99-D3CC981455C1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08B52-8488-44D6-911D-7520EF327484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5DAB6-A04B-474E-9D16-0690352B28C0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Also consider a possible ROI, how much is your time worth? How much of that time can you save by actively using this tool?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30D7-C8CC-A94A-974C-585A03B40954}" type="datetimeFigureOut">
              <a:rPr lang="en-ES" smtClean="0"/>
              <a:t>17/2/26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72669-83EE-9048-B941-F7FB9FDEE60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2978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72669-83EE-9048-B941-F7FB9FDEE603}" type="slidenum">
              <a:rPr lang="en-ES" smtClean="0"/>
              <a:t>2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52076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C6C37-280A-A602-227E-BDFFF7D94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1C933-C6D3-3D87-60EC-65F0EAAAA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0CE0-EB88-FCC2-5D5C-2DF2AA91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92EA8-C6D3-031D-33FA-DEFCDCBE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6B31A-75B9-6A75-AE38-2D708B0D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25921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8D06-0042-55E7-B483-8DAAB0AD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7A1E-26B0-8A7E-EFF2-4C8517379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C3091-36B5-8AA6-ABF7-0A2D97B18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814D7-3AE7-BAD1-2104-46FB6228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4855-1385-08D3-131D-F5A7D9FB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7170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BFF8-5F93-36A8-6DDD-D22B187CB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8A305-31D2-5138-AED3-7BADB613A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C82C4-DE9C-2920-1EEF-B2373440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2E168-5821-28B7-4028-EBD382AAD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125B3-C502-F419-219B-578602FD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1386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7032-E98A-F71A-9CB2-25AA06A2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1DA0-3B96-D0D6-31C2-8F6626D5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543F4-0945-B539-D497-A22BB0505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F5AD1-4D39-1ADA-F5BF-E53EEDB9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FCBF5-F6BF-34BE-5945-1B9F1310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8D61A-FB13-5186-CE9A-3611CD58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4361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F1AC-97E6-2FEA-4998-9333014C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A8E08-A9C9-F2DA-DF75-42ACCA56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2CF62-18DB-1699-E863-525C8F051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430A1-9CFE-88CB-98AD-04B59D4BA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4CDC9-F20F-328E-C224-764B655CA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31661-8E88-DE0A-BFA0-6449ED99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1395E-9F82-2FA8-1C16-44E239F8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E4A92-8B32-68B4-31B5-ADEFE950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938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BB34-B6E1-CA20-C06F-012BA414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4FCAF-F9D2-58CA-B2AC-959E42D5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1FCDD-CBE5-DA7C-934D-C7870AE5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79203-C69A-12B4-0621-57D88795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1702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9368C-2389-D3F9-E683-1DA7E856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36F46-AECC-BD1E-C2BC-A1426BF7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AD6B8-114D-543F-7A09-4CE51EB0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0205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5D8C-E135-A25D-27C0-9102F61C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08F6E-EC45-3B06-A2B0-40BD7D83E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14DB9-00D4-7DAD-87D0-311C01390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9952A-856D-9001-B4E6-F5B9863C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C3D0-F854-04C0-C046-DC117F12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FD582-B7B4-2D44-18C2-EE68765D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6976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FBAE-E794-4E59-A9DA-61DC75CD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0A2C4D-7483-36F7-460B-78E2ECF0B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A9026-5855-0696-AA10-92D85488B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3A4AA-D4A1-022D-B1CC-796B335E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B5002-98DD-E88F-C6B9-37C36725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033E8-153A-739D-B36A-98A2DDD3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8356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1F61-2C45-AFE4-0575-0F18CCCC8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3F53C-6CCD-1D3F-8AF7-7C074F1E8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1D1F1-336A-5865-E87D-66137F84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AFEDD-EDC7-D6E0-1AED-5CD43A09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1D2FD-58F6-3ADF-C4AD-538DB2BB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07728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1290E-137C-D2BF-2CB4-071CE7C32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F1BF6-9D89-9942-61DF-7658FDC9D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4F387-2D75-1F2D-D16A-8625E82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E33A-0622-4CFA-6317-99E698DE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261E-2FC9-18B2-7329-4047EFCB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6671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E06C0-0F10-93B0-1547-505FD87E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6D73C-A4AC-BB99-AE07-4468DB2C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4622F-3012-936D-07DE-07DBF6C74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D88B0-A8F8-5A46-8CD4-1180A0CDAC96}" type="datetimeFigureOut">
              <a:rPr lang="en-ES" smtClean="0"/>
              <a:t>17/2/26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FB42A-8B0B-9862-BF71-4BD723F95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D2255-CC69-5A71-6FE8-C569BE366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138D2-E6B6-524F-B938-64CDDDAADDF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215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y hello to Open Claw: Your Personal AI Assistant">
            <a:extLst>
              <a:ext uri="{FF2B5EF4-FFF2-40B4-BE49-F238E27FC236}">
                <a16:creationId xmlns:a16="http://schemas.microsoft.com/office/drawing/2014/main" id="{80B76694-5A85-83A2-FB75-1A8323296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" t="9091" r="22990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E34D3-DCCF-B691-9E51-AF8EF7F9D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ES" sz="4800">
                <a:solidFill>
                  <a:schemeClr val="bg1"/>
                </a:solidFill>
              </a:rPr>
              <a:t>Open Claw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7E842-0C8F-5A23-91B9-50A554650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ES" sz="2000">
                <a:solidFill>
                  <a:schemeClr val="bg1"/>
                </a:solidFill>
              </a:rPr>
              <a:t>Data SAIL - Tech News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74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blue and green swirl&#10;&#10;AI-generated content may be incorrect.">
            <a:extLst>
              <a:ext uri="{FF2B5EF4-FFF2-40B4-BE49-F238E27FC236}">
                <a16:creationId xmlns:a16="http://schemas.microsoft.com/office/drawing/2014/main" id="{BB2794A4-8814-851C-9940-E3EF440F730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EF3C4-C2BE-A552-9BA1-6323080E5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ES" dirty="0"/>
              <a:t>What is it?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75FE27-7D7A-2DFB-D2FA-98541DD4C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0590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7244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C5C26A-479E-6951-77F7-A36772042D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525ED-2150-7312-4D1D-A48DEE0E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ES" dirty="0"/>
              <a:t>Naming history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82172B-2A3E-BD69-CA2D-8646846A7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25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301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20BC2-1275-7207-1CA6-84210664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ES"/>
              <a:t>The Mac mini demand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C9ABA-5F2E-2C6D-FF79-B4DF59D1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5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FF9E-0DB3-3246-E486-E217052F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r>
              <a:rPr lang="en-ES" sz="2000" dirty="0"/>
              <a:t>The rise in this tool’s popularity was acompanied by a rise in Mac Mini demand.</a:t>
            </a:r>
          </a:p>
          <a:p>
            <a:r>
              <a:rPr lang="en-ES" sz="2000" dirty="0"/>
              <a:t>”Affordable” ($600-700) and powerful option to run OpenClaw </a:t>
            </a:r>
            <a:r>
              <a:rPr lang="en-ES" sz="2000" b="1" dirty="0"/>
              <a:t>nonstop</a:t>
            </a:r>
            <a:r>
              <a:rPr lang="en-ES" sz="2000" dirty="0"/>
              <a:t>.</a:t>
            </a:r>
          </a:p>
          <a:p>
            <a:r>
              <a:rPr lang="en-ES" sz="2000" dirty="0"/>
              <a:t>Is it the best option? On most cases, probably not.</a:t>
            </a:r>
          </a:p>
          <a:p>
            <a:r>
              <a:rPr lang="en-ES" sz="2000" dirty="0"/>
              <a:t>You can rent a virtual private server to do the same for $20-30. It would take you more than 20 months to end up paying the same!</a:t>
            </a:r>
          </a:p>
          <a:p>
            <a:r>
              <a:rPr lang="en-ES" sz="2000" dirty="0"/>
              <a:t>What about your own laptop? </a:t>
            </a:r>
          </a:p>
        </p:txBody>
      </p:sp>
    </p:spTree>
    <p:extLst>
      <p:ext uri="{BB962C8B-B14F-4D97-AF65-F5344CB8AC3E}">
        <p14:creationId xmlns:p14="http://schemas.microsoft.com/office/powerpoint/2010/main" val="9659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CDC6-8797-971D-ABC6-F7FC44C4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What can it be used for?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137CD1-BF74-A0AA-7EE2-50EA15F409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544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597F9-666D-941F-34CF-A977B75B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ES" sz="4000"/>
              <a:t>Risks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C7DB8C3C-E28E-6DE4-7C7F-7A336E59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5" r="26191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C86C6-779C-0007-CFF0-8414260E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n-ES" sz="2000"/>
              <a:t>OpencClaw has existed for a little over 3 months. It is not a finished product.</a:t>
            </a:r>
          </a:p>
          <a:p>
            <a:r>
              <a:rPr lang="en-ES" sz="2000"/>
              <a:t>It is a developer tool. You will need to configuer things with a required technological background.</a:t>
            </a:r>
          </a:p>
          <a:p>
            <a:r>
              <a:rPr lang="en-ES" sz="2000"/>
              <a:t>There are security risks!</a:t>
            </a:r>
          </a:p>
          <a:p>
            <a:r>
              <a:rPr lang="en-ES" sz="2000"/>
              <a:t>It can have access to your entire ecosystem.</a:t>
            </a:r>
          </a:p>
        </p:txBody>
      </p:sp>
    </p:spTree>
    <p:extLst>
      <p:ext uri="{BB962C8B-B14F-4D97-AF65-F5344CB8AC3E}">
        <p14:creationId xmlns:p14="http://schemas.microsoft.com/office/powerpoint/2010/main" val="332527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5FC9B2-6036-2B32-957B-411B9E42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ES" sz="3600">
                <a:solidFill>
                  <a:schemeClr val="tx2"/>
                </a:solidFill>
              </a:rPr>
              <a:t>How to mitigate risks?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BB8F4-88B6-0F2B-FABE-30E45B43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ES" sz="2000">
                <a:solidFill>
                  <a:schemeClr val="tx2"/>
                </a:solidFill>
              </a:rPr>
              <a:t>If you consider yourself to be techy enough for this project and want to work with this tool you must consider:</a:t>
            </a:r>
          </a:p>
          <a:p>
            <a:r>
              <a:rPr lang="en-ES" sz="2000">
                <a:solidFill>
                  <a:schemeClr val="tx2"/>
                </a:solidFill>
              </a:rPr>
              <a:t>Treat it like an intern. Would you give it access to EVERYTHING on its first day of work?</a:t>
            </a:r>
          </a:p>
          <a:p>
            <a:r>
              <a:rPr lang="en-ES" sz="2000">
                <a:solidFill>
                  <a:schemeClr val="tx2"/>
                </a:solidFill>
              </a:rPr>
              <a:t>Start configuring it with read-only access.</a:t>
            </a:r>
          </a:p>
          <a:p>
            <a:r>
              <a:rPr lang="en-ES" sz="2000">
                <a:solidFill>
                  <a:schemeClr val="tx2"/>
                </a:solidFill>
              </a:rPr>
              <a:t>Gradually expand its capabilities.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899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A867-F330-89A0-FFDA-13074687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Costs involved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5A0D3E-AFC8-726A-5335-443CC60603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483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470</Words>
  <Application>Microsoft Macintosh PowerPoint</Application>
  <PresentationFormat>Widescreen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Open Claw</vt:lpstr>
      <vt:lpstr>What is it?</vt:lpstr>
      <vt:lpstr>Naming history</vt:lpstr>
      <vt:lpstr>The Mac mini demand</vt:lpstr>
      <vt:lpstr>What can it be used for?</vt:lpstr>
      <vt:lpstr>Risks</vt:lpstr>
      <vt:lpstr>How to mitigate risks?</vt:lpstr>
      <vt:lpstr>Costs involved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Monné Parera</dc:creator>
  <cp:lastModifiedBy>Pol Monné Parera</cp:lastModifiedBy>
  <cp:revision>1</cp:revision>
  <dcterms:created xsi:type="dcterms:W3CDTF">2026-02-17T21:51:22Z</dcterms:created>
  <dcterms:modified xsi:type="dcterms:W3CDTF">2026-02-17T23:33:05Z</dcterms:modified>
</cp:coreProperties>
</file>