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591512-092C-4D43-8005-0C4435150EE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BAC2B4-6D59-43ED-9053-7B89637BAED9}">
      <dgm:prSet/>
      <dgm:spPr/>
      <dgm:t>
        <a:bodyPr/>
        <a:lstStyle/>
        <a:p>
          <a:r>
            <a:rPr lang="en-US" i="1"/>
            <a:t>(Last week’s presentation update)</a:t>
          </a:r>
          <a:endParaRPr lang="en-US"/>
        </a:p>
      </dgm:t>
    </dgm:pt>
    <dgm:pt modelId="{849FDBF7-D4F1-460C-90FF-951B2B28CC45}" type="parTrans" cxnId="{FE0786AA-F4F0-4397-AA05-FBA3438AEA13}">
      <dgm:prSet/>
      <dgm:spPr/>
      <dgm:t>
        <a:bodyPr/>
        <a:lstStyle/>
        <a:p>
          <a:endParaRPr lang="en-US"/>
        </a:p>
      </dgm:t>
    </dgm:pt>
    <dgm:pt modelId="{1FAE77B9-C704-4B45-A1D7-5F6BE1FB63C7}" type="sibTrans" cxnId="{FE0786AA-F4F0-4397-AA05-FBA3438AEA13}">
      <dgm:prSet/>
      <dgm:spPr/>
      <dgm:t>
        <a:bodyPr/>
        <a:lstStyle/>
        <a:p>
          <a:endParaRPr lang="en-US"/>
        </a:p>
      </dgm:t>
    </dgm:pt>
    <dgm:pt modelId="{2C9E4622-98B3-4697-8DD1-8A9B8A195057}">
      <dgm:prSet/>
      <dgm:spPr/>
      <dgm:t>
        <a:bodyPr/>
        <a:lstStyle/>
        <a:p>
          <a:r>
            <a:rPr lang="en-US"/>
            <a:t>Peter Steinberg, the creator of open claw has joined OpenAI to “bring agents to everyone”.</a:t>
          </a:r>
        </a:p>
      </dgm:t>
    </dgm:pt>
    <dgm:pt modelId="{9D7BD227-A839-43A5-A6EE-9179914F22E2}" type="parTrans" cxnId="{BD6C9B0D-C1A2-49EE-BCCF-1FE84CF090BC}">
      <dgm:prSet/>
      <dgm:spPr/>
      <dgm:t>
        <a:bodyPr/>
        <a:lstStyle/>
        <a:p>
          <a:endParaRPr lang="en-US"/>
        </a:p>
      </dgm:t>
    </dgm:pt>
    <dgm:pt modelId="{1DC350C9-DF13-4558-BE8E-67EA9E3D9658}" type="sibTrans" cxnId="{BD6C9B0D-C1A2-49EE-BCCF-1FE84CF090BC}">
      <dgm:prSet/>
      <dgm:spPr/>
      <dgm:t>
        <a:bodyPr/>
        <a:lstStyle/>
        <a:p>
          <a:endParaRPr lang="en-US"/>
        </a:p>
      </dgm:t>
    </dgm:pt>
    <dgm:pt modelId="{48A50992-C635-4CDE-9785-1BD4FD6FE304}">
      <dgm:prSet/>
      <dgm:spPr/>
      <dgm:t>
        <a:bodyPr/>
        <a:lstStyle/>
        <a:p>
          <a:r>
            <a:rPr lang="en-US" dirty="0"/>
            <a:t>Nevertheless, </a:t>
          </a:r>
          <a:r>
            <a:rPr lang="en-US" dirty="0" err="1"/>
            <a:t>OpenClaw</a:t>
          </a:r>
          <a:r>
            <a:rPr lang="en-US" dirty="0"/>
            <a:t> will stay open source through a foundation per comments of the creator.</a:t>
          </a:r>
        </a:p>
      </dgm:t>
    </dgm:pt>
    <dgm:pt modelId="{E253D031-F837-416A-9F71-5D273EBFDE3D}" type="parTrans" cxnId="{ACB77351-1A47-4B0C-97BD-5427B9FA8999}">
      <dgm:prSet/>
      <dgm:spPr/>
      <dgm:t>
        <a:bodyPr/>
        <a:lstStyle/>
        <a:p>
          <a:endParaRPr lang="en-US"/>
        </a:p>
      </dgm:t>
    </dgm:pt>
    <dgm:pt modelId="{CD990BDF-61D5-4C7C-9C0F-677854DFC29B}" type="sibTrans" cxnId="{ACB77351-1A47-4B0C-97BD-5427B9FA8999}">
      <dgm:prSet/>
      <dgm:spPr/>
      <dgm:t>
        <a:bodyPr/>
        <a:lstStyle/>
        <a:p>
          <a:endParaRPr lang="en-US"/>
        </a:p>
      </dgm:t>
    </dgm:pt>
    <dgm:pt modelId="{09BD2BBA-33D9-4174-87C7-9DBB35D49284}" type="pres">
      <dgm:prSet presAssocID="{73591512-092C-4D43-8005-0C4435150EE7}" presName="root" presStyleCnt="0">
        <dgm:presLayoutVars>
          <dgm:dir/>
          <dgm:resizeHandles val="exact"/>
        </dgm:presLayoutVars>
      </dgm:prSet>
      <dgm:spPr/>
    </dgm:pt>
    <dgm:pt modelId="{33ED2B0D-6A12-4253-A92C-E256D82AC1AA}" type="pres">
      <dgm:prSet presAssocID="{29BAC2B4-6D59-43ED-9053-7B89637BAED9}" presName="compNode" presStyleCnt="0"/>
      <dgm:spPr/>
    </dgm:pt>
    <dgm:pt modelId="{5565501D-533B-41A5-8CA9-659429B6E88D}" type="pres">
      <dgm:prSet presAssocID="{29BAC2B4-6D59-43ED-9053-7B89637BAE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16EF257D-CEE5-4302-8C65-8781ADCFE4FC}" type="pres">
      <dgm:prSet presAssocID="{29BAC2B4-6D59-43ED-9053-7B89637BAED9}" presName="spaceRect" presStyleCnt="0"/>
      <dgm:spPr/>
    </dgm:pt>
    <dgm:pt modelId="{259BA035-EDB4-43EF-ABE0-1A90DB7C6727}" type="pres">
      <dgm:prSet presAssocID="{29BAC2B4-6D59-43ED-9053-7B89637BAED9}" presName="textRect" presStyleLbl="revTx" presStyleIdx="0" presStyleCnt="3">
        <dgm:presLayoutVars>
          <dgm:chMax val="1"/>
          <dgm:chPref val="1"/>
        </dgm:presLayoutVars>
      </dgm:prSet>
      <dgm:spPr/>
    </dgm:pt>
    <dgm:pt modelId="{3C6FA083-A3E7-40D8-A774-1C2105386CD3}" type="pres">
      <dgm:prSet presAssocID="{1FAE77B9-C704-4B45-A1D7-5F6BE1FB63C7}" presName="sibTrans" presStyleCnt="0"/>
      <dgm:spPr/>
    </dgm:pt>
    <dgm:pt modelId="{18034B03-7523-4D44-81DE-A54FD5E2298D}" type="pres">
      <dgm:prSet presAssocID="{2C9E4622-98B3-4697-8DD1-8A9B8A195057}" presName="compNode" presStyleCnt="0"/>
      <dgm:spPr/>
    </dgm:pt>
    <dgm:pt modelId="{4D4D8F91-97C8-4CCF-9981-E32CC7DA070C}" type="pres">
      <dgm:prSet presAssocID="{2C9E4622-98B3-4697-8DD1-8A9B8A1950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b"/>
        </a:ext>
      </dgm:extLst>
    </dgm:pt>
    <dgm:pt modelId="{D90C4B65-D4C0-41FA-8005-D1CDE92DC50E}" type="pres">
      <dgm:prSet presAssocID="{2C9E4622-98B3-4697-8DD1-8A9B8A195057}" presName="spaceRect" presStyleCnt="0"/>
      <dgm:spPr/>
    </dgm:pt>
    <dgm:pt modelId="{84884EFD-2B19-4C89-A86D-4C05789475B8}" type="pres">
      <dgm:prSet presAssocID="{2C9E4622-98B3-4697-8DD1-8A9B8A195057}" presName="textRect" presStyleLbl="revTx" presStyleIdx="1" presStyleCnt="3">
        <dgm:presLayoutVars>
          <dgm:chMax val="1"/>
          <dgm:chPref val="1"/>
        </dgm:presLayoutVars>
      </dgm:prSet>
      <dgm:spPr/>
    </dgm:pt>
    <dgm:pt modelId="{0521A478-B0C6-4B5A-A195-B9AB8E3D0A67}" type="pres">
      <dgm:prSet presAssocID="{1DC350C9-DF13-4558-BE8E-67EA9E3D9658}" presName="sibTrans" presStyleCnt="0"/>
      <dgm:spPr/>
    </dgm:pt>
    <dgm:pt modelId="{25F7F837-EBDC-4149-91E1-7570F493E9CA}" type="pres">
      <dgm:prSet presAssocID="{48A50992-C635-4CDE-9785-1BD4FD6FE304}" presName="compNode" presStyleCnt="0"/>
      <dgm:spPr/>
    </dgm:pt>
    <dgm:pt modelId="{B6E3B213-511A-40EF-B187-D986761A365F}" type="pres">
      <dgm:prSet presAssocID="{48A50992-C635-4CDE-9785-1BD4FD6FE30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DFA59991-D77C-4D51-8730-4AD11F1EC8A4}" type="pres">
      <dgm:prSet presAssocID="{48A50992-C635-4CDE-9785-1BD4FD6FE304}" presName="spaceRect" presStyleCnt="0"/>
      <dgm:spPr/>
    </dgm:pt>
    <dgm:pt modelId="{E02F7268-9106-47ED-A78E-505C0F4DEFC1}" type="pres">
      <dgm:prSet presAssocID="{48A50992-C635-4CDE-9785-1BD4FD6FE30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D6C9B0D-C1A2-49EE-BCCF-1FE84CF090BC}" srcId="{73591512-092C-4D43-8005-0C4435150EE7}" destId="{2C9E4622-98B3-4697-8DD1-8A9B8A195057}" srcOrd="1" destOrd="0" parTransId="{9D7BD227-A839-43A5-A6EE-9179914F22E2}" sibTransId="{1DC350C9-DF13-4558-BE8E-67EA9E3D9658}"/>
    <dgm:cxn modelId="{ACB77351-1A47-4B0C-97BD-5427B9FA8999}" srcId="{73591512-092C-4D43-8005-0C4435150EE7}" destId="{48A50992-C635-4CDE-9785-1BD4FD6FE304}" srcOrd="2" destOrd="0" parTransId="{E253D031-F837-416A-9F71-5D273EBFDE3D}" sibTransId="{CD990BDF-61D5-4C7C-9C0F-677854DFC29B}"/>
    <dgm:cxn modelId="{BCAEAB67-30D5-45E2-8DD7-63CAFDA17857}" type="presOf" srcId="{29BAC2B4-6D59-43ED-9053-7B89637BAED9}" destId="{259BA035-EDB4-43EF-ABE0-1A90DB7C6727}" srcOrd="0" destOrd="0" presId="urn:microsoft.com/office/officeart/2018/2/layout/IconLabelList"/>
    <dgm:cxn modelId="{D03E4873-79E8-45E7-A271-0E3099B0D511}" type="presOf" srcId="{48A50992-C635-4CDE-9785-1BD4FD6FE304}" destId="{E02F7268-9106-47ED-A78E-505C0F4DEFC1}" srcOrd="0" destOrd="0" presId="urn:microsoft.com/office/officeart/2018/2/layout/IconLabelList"/>
    <dgm:cxn modelId="{FE0786AA-F4F0-4397-AA05-FBA3438AEA13}" srcId="{73591512-092C-4D43-8005-0C4435150EE7}" destId="{29BAC2B4-6D59-43ED-9053-7B89637BAED9}" srcOrd="0" destOrd="0" parTransId="{849FDBF7-D4F1-460C-90FF-951B2B28CC45}" sibTransId="{1FAE77B9-C704-4B45-A1D7-5F6BE1FB63C7}"/>
    <dgm:cxn modelId="{30A70EDB-BB54-4550-AA63-10E91A011CBF}" type="presOf" srcId="{2C9E4622-98B3-4697-8DD1-8A9B8A195057}" destId="{84884EFD-2B19-4C89-A86D-4C05789475B8}" srcOrd="0" destOrd="0" presId="urn:microsoft.com/office/officeart/2018/2/layout/IconLabelList"/>
    <dgm:cxn modelId="{97F903FB-13A0-4561-95D4-C8040DD9183D}" type="presOf" srcId="{73591512-092C-4D43-8005-0C4435150EE7}" destId="{09BD2BBA-33D9-4174-87C7-9DBB35D49284}" srcOrd="0" destOrd="0" presId="urn:microsoft.com/office/officeart/2018/2/layout/IconLabelList"/>
    <dgm:cxn modelId="{1E1D0C3A-DC5D-4396-B83B-A07F8A55270A}" type="presParOf" srcId="{09BD2BBA-33D9-4174-87C7-9DBB35D49284}" destId="{33ED2B0D-6A12-4253-A92C-E256D82AC1AA}" srcOrd="0" destOrd="0" presId="urn:microsoft.com/office/officeart/2018/2/layout/IconLabelList"/>
    <dgm:cxn modelId="{5FB9CDB7-3343-4273-BD81-2A707C7C151C}" type="presParOf" srcId="{33ED2B0D-6A12-4253-A92C-E256D82AC1AA}" destId="{5565501D-533B-41A5-8CA9-659429B6E88D}" srcOrd="0" destOrd="0" presId="urn:microsoft.com/office/officeart/2018/2/layout/IconLabelList"/>
    <dgm:cxn modelId="{6920D7D6-B748-487E-B1EA-95865A677AF6}" type="presParOf" srcId="{33ED2B0D-6A12-4253-A92C-E256D82AC1AA}" destId="{16EF257D-CEE5-4302-8C65-8781ADCFE4FC}" srcOrd="1" destOrd="0" presId="urn:microsoft.com/office/officeart/2018/2/layout/IconLabelList"/>
    <dgm:cxn modelId="{630ABF32-7ED1-40D5-8486-024698B5D723}" type="presParOf" srcId="{33ED2B0D-6A12-4253-A92C-E256D82AC1AA}" destId="{259BA035-EDB4-43EF-ABE0-1A90DB7C6727}" srcOrd="2" destOrd="0" presId="urn:microsoft.com/office/officeart/2018/2/layout/IconLabelList"/>
    <dgm:cxn modelId="{195758A7-E72F-4B96-95C4-EBD9B3547B88}" type="presParOf" srcId="{09BD2BBA-33D9-4174-87C7-9DBB35D49284}" destId="{3C6FA083-A3E7-40D8-A774-1C2105386CD3}" srcOrd="1" destOrd="0" presId="urn:microsoft.com/office/officeart/2018/2/layout/IconLabelList"/>
    <dgm:cxn modelId="{20AA3652-739B-4822-A670-716375441C40}" type="presParOf" srcId="{09BD2BBA-33D9-4174-87C7-9DBB35D49284}" destId="{18034B03-7523-4D44-81DE-A54FD5E2298D}" srcOrd="2" destOrd="0" presId="urn:microsoft.com/office/officeart/2018/2/layout/IconLabelList"/>
    <dgm:cxn modelId="{B671DEEB-1068-412F-A47C-07B465A8CF68}" type="presParOf" srcId="{18034B03-7523-4D44-81DE-A54FD5E2298D}" destId="{4D4D8F91-97C8-4CCF-9981-E32CC7DA070C}" srcOrd="0" destOrd="0" presId="urn:microsoft.com/office/officeart/2018/2/layout/IconLabelList"/>
    <dgm:cxn modelId="{4D6B9BA3-6AFA-4826-A375-6C60B53636E3}" type="presParOf" srcId="{18034B03-7523-4D44-81DE-A54FD5E2298D}" destId="{D90C4B65-D4C0-41FA-8005-D1CDE92DC50E}" srcOrd="1" destOrd="0" presId="urn:microsoft.com/office/officeart/2018/2/layout/IconLabelList"/>
    <dgm:cxn modelId="{3DCBE22D-B9E2-42BE-8D7E-53F3E10FD2EE}" type="presParOf" srcId="{18034B03-7523-4D44-81DE-A54FD5E2298D}" destId="{84884EFD-2B19-4C89-A86D-4C05789475B8}" srcOrd="2" destOrd="0" presId="urn:microsoft.com/office/officeart/2018/2/layout/IconLabelList"/>
    <dgm:cxn modelId="{0DBC1CD4-2E77-4274-96C3-00F5A23C8972}" type="presParOf" srcId="{09BD2BBA-33D9-4174-87C7-9DBB35D49284}" destId="{0521A478-B0C6-4B5A-A195-B9AB8E3D0A67}" srcOrd="3" destOrd="0" presId="urn:microsoft.com/office/officeart/2018/2/layout/IconLabelList"/>
    <dgm:cxn modelId="{88229C8C-D920-46E5-B48C-91C8EA28BE60}" type="presParOf" srcId="{09BD2BBA-33D9-4174-87C7-9DBB35D49284}" destId="{25F7F837-EBDC-4149-91E1-7570F493E9CA}" srcOrd="4" destOrd="0" presId="urn:microsoft.com/office/officeart/2018/2/layout/IconLabelList"/>
    <dgm:cxn modelId="{2754E0D7-8170-4EAF-9079-52142DB52466}" type="presParOf" srcId="{25F7F837-EBDC-4149-91E1-7570F493E9CA}" destId="{B6E3B213-511A-40EF-B187-D986761A365F}" srcOrd="0" destOrd="0" presId="urn:microsoft.com/office/officeart/2018/2/layout/IconLabelList"/>
    <dgm:cxn modelId="{1CE40202-6BB5-4238-9F66-0DD31EE06EEF}" type="presParOf" srcId="{25F7F837-EBDC-4149-91E1-7570F493E9CA}" destId="{DFA59991-D77C-4D51-8730-4AD11F1EC8A4}" srcOrd="1" destOrd="0" presId="urn:microsoft.com/office/officeart/2018/2/layout/IconLabelList"/>
    <dgm:cxn modelId="{9965DC1D-F6C6-4DA0-880F-28AA9F5A786A}" type="presParOf" srcId="{25F7F837-EBDC-4149-91E1-7570F493E9CA}" destId="{E02F7268-9106-47ED-A78E-505C0F4DEFC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B9CAB1-99BB-4F39-B1E0-A1F9F21B84C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00F892-F934-49A2-A29B-D2C28E301B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Coding capabilities (Claude Code).</a:t>
          </a:r>
        </a:p>
      </dgm:t>
    </dgm:pt>
    <dgm:pt modelId="{C0FDAC95-AEFC-4276-84DD-C05CEA6D2BB0}" type="parTrans" cxnId="{920822EA-757F-44A3-B0CD-DF367AC09565}">
      <dgm:prSet/>
      <dgm:spPr/>
      <dgm:t>
        <a:bodyPr/>
        <a:lstStyle/>
        <a:p>
          <a:endParaRPr lang="en-US"/>
        </a:p>
      </dgm:t>
    </dgm:pt>
    <dgm:pt modelId="{09E7DF1E-832F-4982-97DC-66DE684A0608}" type="sibTrans" cxnId="{920822EA-757F-44A3-B0CD-DF367AC09565}">
      <dgm:prSet/>
      <dgm:spPr/>
      <dgm:t>
        <a:bodyPr/>
        <a:lstStyle/>
        <a:p>
          <a:endParaRPr lang="en-US"/>
        </a:p>
      </dgm:t>
    </dgm:pt>
    <dgm:pt modelId="{A25F21D5-6087-409C-92C2-CCD4871206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Folder structuring.</a:t>
          </a:r>
        </a:p>
      </dgm:t>
    </dgm:pt>
    <dgm:pt modelId="{FABA0DD5-06EB-4E4A-BC30-E0BD0AB58F72}" type="parTrans" cxnId="{A238AFA2-192A-412E-8E26-EF7E38876715}">
      <dgm:prSet/>
      <dgm:spPr/>
      <dgm:t>
        <a:bodyPr/>
        <a:lstStyle/>
        <a:p>
          <a:endParaRPr lang="en-US"/>
        </a:p>
      </dgm:t>
    </dgm:pt>
    <dgm:pt modelId="{578A3570-CB72-41C7-8DF3-CEA5EA441CB6}" type="sibTrans" cxnId="{A238AFA2-192A-412E-8E26-EF7E38876715}">
      <dgm:prSet/>
      <dgm:spPr/>
      <dgm:t>
        <a:bodyPr/>
        <a:lstStyle/>
        <a:p>
          <a:endParaRPr lang="en-US"/>
        </a:p>
      </dgm:t>
    </dgm:pt>
    <dgm:pt modelId="{B3A18405-49D6-4C6B-ADCE-137D4CD788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Extract data from spreadsheets, PDFs, and generate clean Excel reports with analysis.</a:t>
          </a:r>
          <a:endParaRPr lang="en-US"/>
        </a:p>
      </dgm:t>
    </dgm:pt>
    <dgm:pt modelId="{71B50AD7-64E7-4FB5-A942-955788286A9C}" type="parTrans" cxnId="{C8B3DE29-CC13-4D9F-80B3-7D9CD1835153}">
      <dgm:prSet/>
      <dgm:spPr/>
      <dgm:t>
        <a:bodyPr/>
        <a:lstStyle/>
        <a:p>
          <a:endParaRPr lang="en-US"/>
        </a:p>
      </dgm:t>
    </dgm:pt>
    <dgm:pt modelId="{78EA766D-883E-49F3-BE35-64805019AE3A}" type="sibTrans" cxnId="{C8B3DE29-CC13-4D9F-80B3-7D9CD1835153}">
      <dgm:prSet/>
      <dgm:spPr/>
      <dgm:t>
        <a:bodyPr/>
        <a:lstStyle/>
        <a:p>
          <a:endParaRPr lang="en-US"/>
        </a:p>
      </dgm:t>
    </dgm:pt>
    <dgm:pt modelId="{73C76D4C-FFA8-4D63-8022-5F90122B0F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Compile research from multiple sources into a cohesive report</a:t>
          </a:r>
          <a:endParaRPr lang="en-US"/>
        </a:p>
      </dgm:t>
    </dgm:pt>
    <dgm:pt modelId="{7839C449-1B01-4486-AA6D-4C22B73868FE}" type="parTrans" cxnId="{1844BB66-725C-4AAB-8A6B-E2F0CC20C61D}">
      <dgm:prSet/>
      <dgm:spPr/>
      <dgm:t>
        <a:bodyPr/>
        <a:lstStyle/>
        <a:p>
          <a:endParaRPr lang="en-US"/>
        </a:p>
      </dgm:t>
    </dgm:pt>
    <dgm:pt modelId="{F2099BED-8127-4EFE-926A-ABB5261D633A}" type="sibTrans" cxnId="{1844BB66-725C-4AAB-8A6B-E2F0CC20C61D}">
      <dgm:prSet/>
      <dgm:spPr/>
      <dgm:t>
        <a:bodyPr/>
        <a:lstStyle/>
        <a:p>
          <a:endParaRPr lang="en-US"/>
        </a:p>
      </dgm:t>
    </dgm:pt>
    <dgm:pt modelId="{B2634CCC-ADC1-496C-BBEC-71A362F6E8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Generate a daily briefing from Slack, Notion, Jira, and other tools. </a:t>
          </a:r>
          <a:endParaRPr lang="en-US"/>
        </a:p>
      </dgm:t>
    </dgm:pt>
    <dgm:pt modelId="{4FF81089-1754-41AB-8F0A-13AAB0DBE520}" type="parTrans" cxnId="{0AC70E45-D9AF-4D35-A363-768BADABF363}">
      <dgm:prSet/>
      <dgm:spPr/>
      <dgm:t>
        <a:bodyPr/>
        <a:lstStyle/>
        <a:p>
          <a:endParaRPr lang="en-US"/>
        </a:p>
      </dgm:t>
    </dgm:pt>
    <dgm:pt modelId="{D5227BDB-C04C-45BF-9C09-8D347596B583}" type="sibTrans" cxnId="{0AC70E45-D9AF-4D35-A363-768BADABF363}">
      <dgm:prSet/>
      <dgm:spPr/>
      <dgm:t>
        <a:bodyPr/>
        <a:lstStyle/>
        <a:p>
          <a:endParaRPr lang="en-US"/>
        </a:p>
      </dgm:t>
    </dgm:pt>
    <dgm:pt modelId="{E41E7F03-19DA-4CAB-8B6D-4A11A18C7B41}" type="pres">
      <dgm:prSet presAssocID="{0AB9CAB1-99BB-4F39-B1E0-A1F9F21B84C9}" presName="root" presStyleCnt="0">
        <dgm:presLayoutVars>
          <dgm:dir/>
          <dgm:resizeHandles val="exact"/>
        </dgm:presLayoutVars>
      </dgm:prSet>
      <dgm:spPr/>
    </dgm:pt>
    <dgm:pt modelId="{EFB98DF6-7D4E-4100-9A37-E644D1B346C2}" type="pres">
      <dgm:prSet presAssocID="{E800F892-F934-49A2-A29B-D2C28E301BCD}" presName="compNode" presStyleCnt="0"/>
      <dgm:spPr/>
    </dgm:pt>
    <dgm:pt modelId="{15390693-BC45-4B03-9DBA-DD9CC5486D53}" type="pres">
      <dgm:prSet presAssocID="{E800F892-F934-49A2-A29B-D2C28E301BCD}" presName="iconBgRect" presStyleLbl="bgShp" presStyleIdx="0" presStyleCnt="5"/>
      <dgm:spPr/>
    </dgm:pt>
    <dgm:pt modelId="{FEF25D44-D28E-4A49-BA36-A4C6F1BD7A34}" type="pres">
      <dgm:prSet presAssocID="{E800F892-F934-49A2-A29B-D2C28E301BC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5E1FEA3-95E0-479A-9145-CC319CF77D1E}" type="pres">
      <dgm:prSet presAssocID="{E800F892-F934-49A2-A29B-D2C28E301BCD}" presName="spaceRect" presStyleCnt="0"/>
      <dgm:spPr/>
    </dgm:pt>
    <dgm:pt modelId="{821BBFA0-FEA1-46DD-9660-22DB745D6FFC}" type="pres">
      <dgm:prSet presAssocID="{E800F892-F934-49A2-A29B-D2C28E301BCD}" presName="textRect" presStyleLbl="revTx" presStyleIdx="0" presStyleCnt="5">
        <dgm:presLayoutVars>
          <dgm:chMax val="1"/>
          <dgm:chPref val="1"/>
        </dgm:presLayoutVars>
      </dgm:prSet>
      <dgm:spPr/>
    </dgm:pt>
    <dgm:pt modelId="{4D4A7E64-1FB2-4803-A79A-32C665746B3C}" type="pres">
      <dgm:prSet presAssocID="{09E7DF1E-832F-4982-97DC-66DE684A0608}" presName="sibTrans" presStyleCnt="0"/>
      <dgm:spPr/>
    </dgm:pt>
    <dgm:pt modelId="{1A173D1C-FE71-4EE3-8632-21C9081BCCBD}" type="pres">
      <dgm:prSet presAssocID="{A25F21D5-6087-409C-92C2-CCD487120656}" presName="compNode" presStyleCnt="0"/>
      <dgm:spPr/>
    </dgm:pt>
    <dgm:pt modelId="{4D86B2E0-87A4-47F2-B718-2B8CFA33827D}" type="pres">
      <dgm:prSet presAssocID="{A25F21D5-6087-409C-92C2-CCD487120656}" presName="iconBgRect" presStyleLbl="bgShp" presStyleIdx="1" presStyleCnt="5"/>
      <dgm:spPr/>
    </dgm:pt>
    <dgm:pt modelId="{C0887A05-B540-41FD-8B79-2453F344818B}" type="pres">
      <dgm:prSet presAssocID="{A25F21D5-6087-409C-92C2-CCD4871206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7DFF0B5-C560-48EC-BD73-92C3B823FD58}" type="pres">
      <dgm:prSet presAssocID="{A25F21D5-6087-409C-92C2-CCD487120656}" presName="spaceRect" presStyleCnt="0"/>
      <dgm:spPr/>
    </dgm:pt>
    <dgm:pt modelId="{D67DF48E-F084-4920-95AC-C34EBF2BE2FD}" type="pres">
      <dgm:prSet presAssocID="{A25F21D5-6087-409C-92C2-CCD487120656}" presName="textRect" presStyleLbl="revTx" presStyleIdx="1" presStyleCnt="5">
        <dgm:presLayoutVars>
          <dgm:chMax val="1"/>
          <dgm:chPref val="1"/>
        </dgm:presLayoutVars>
      </dgm:prSet>
      <dgm:spPr/>
    </dgm:pt>
    <dgm:pt modelId="{DF3E59ED-536C-416B-8E45-209C29B71761}" type="pres">
      <dgm:prSet presAssocID="{578A3570-CB72-41C7-8DF3-CEA5EA441CB6}" presName="sibTrans" presStyleCnt="0"/>
      <dgm:spPr/>
    </dgm:pt>
    <dgm:pt modelId="{AD7A1C85-6B21-42F8-BCAA-37F431980C89}" type="pres">
      <dgm:prSet presAssocID="{B3A18405-49D6-4C6B-ADCE-137D4CD78897}" presName="compNode" presStyleCnt="0"/>
      <dgm:spPr/>
    </dgm:pt>
    <dgm:pt modelId="{D8E39175-B10D-4C5B-ABBE-547AA9A99E72}" type="pres">
      <dgm:prSet presAssocID="{B3A18405-49D6-4C6B-ADCE-137D4CD78897}" presName="iconBgRect" presStyleLbl="bgShp" presStyleIdx="2" presStyleCnt="5"/>
      <dgm:spPr/>
    </dgm:pt>
    <dgm:pt modelId="{FA8F575A-B578-469B-868E-49C492B3A175}" type="pres">
      <dgm:prSet presAssocID="{B3A18405-49D6-4C6B-ADCE-137D4CD7889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9106F59-D7C2-46D4-92B4-2DEA20D329A1}" type="pres">
      <dgm:prSet presAssocID="{B3A18405-49D6-4C6B-ADCE-137D4CD78897}" presName="spaceRect" presStyleCnt="0"/>
      <dgm:spPr/>
    </dgm:pt>
    <dgm:pt modelId="{30649C7A-1293-44E9-981A-123721D58BF4}" type="pres">
      <dgm:prSet presAssocID="{B3A18405-49D6-4C6B-ADCE-137D4CD78897}" presName="textRect" presStyleLbl="revTx" presStyleIdx="2" presStyleCnt="5">
        <dgm:presLayoutVars>
          <dgm:chMax val="1"/>
          <dgm:chPref val="1"/>
        </dgm:presLayoutVars>
      </dgm:prSet>
      <dgm:spPr/>
    </dgm:pt>
    <dgm:pt modelId="{5502DD3C-2F7C-4B3D-A5D7-2EFD7C062470}" type="pres">
      <dgm:prSet presAssocID="{78EA766D-883E-49F3-BE35-64805019AE3A}" presName="sibTrans" presStyleCnt="0"/>
      <dgm:spPr/>
    </dgm:pt>
    <dgm:pt modelId="{43D43027-964E-4EE0-96B8-BE1B5C520430}" type="pres">
      <dgm:prSet presAssocID="{73C76D4C-FFA8-4D63-8022-5F90122B0F5C}" presName="compNode" presStyleCnt="0"/>
      <dgm:spPr/>
    </dgm:pt>
    <dgm:pt modelId="{3979A9F2-1C4C-49E9-A20A-7E3056EDD2A2}" type="pres">
      <dgm:prSet presAssocID="{73C76D4C-FFA8-4D63-8022-5F90122B0F5C}" presName="iconBgRect" presStyleLbl="bgShp" presStyleIdx="3" presStyleCnt="5"/>
      <dgm:spPr/>
    </dgm:pt>
    <dgm:pt modelId="{D84CF093-04C0-4142-B5FC-01886421D969}" type="pres">
      <dgm:prSet presAssocID="{73C76D4C-FFA8-4D63-8022-5F90122B0F5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1FC4704-A9AB-45EB-B39F-C90485DD31B8}" type="pres">
      <dgm:prSet presAssocID="{73C76D4C-FFA8-4D63-8022-5F90122B0F5C}" presName="spaceRect" presStyleCnt="0"/>
      <dgm:spPr/>
    </dgm:pt>
    <dgm:pt modelId="{C919E9BF-B845-47DF-A7AB-6428092B6CF2}" type="pres">
      <dgm:prSet presAssocID="{73C76D4C-FFA8-4D63-8022-5F90122B0F5C}" presName="textRect" presStyleLbl="revTx" presStyleIdx="3" presStyleCnt="5">
        <dgm:presLayoutVars>
          <dgm:chMax val="1"/>
          <dgm:chPref val="1"/>
        </dgm:presLayoutVars>
      </dgm:prSet>
      <dgm:spPr/>
    </dgm:pt>
    <dgm:pt modelId="{C695E9D5-9467-442A-BA34-4074662366CB}" type="pres">
      <dgm:prSet presAssocID="{F2099BED-8127-4EFE-926A-ABB5261D633A}" presName="sibTrans" presStyleCnt="0"/>
      <dgm:spPr/>
    </dgm:pt>
    <dgm:pt modelId="{6305AE04-AC61-418A-B14D-0EAE56E27F20}" type="pres">
      <dgm:prSet presAssocID="{B2634CCC-ADC1-496C-BBEC-71A362F6E88C}" presName="compNode" presStyleCnt="0"/>
      <dgm:spPr/>
    </dgm:pt>
    <dgm:pt modelId="{920BB9C4-143F-4021-8508-77A755B5B8FA}" type="pres">
      <dgm:prSet presAssocID="{B2634CCC-ADC1-496C-BBEC-71A362F6E88C}" presName="iconBgRect" presStyleLbl="bgShp" presStyleIdx="4" presStyleCnt="5"/>
      <dgm:spPr/>
    </dgm:pt>
    <dgm:pt modelId="{578227BE-DB32-49D5-98BA-FB41A78C2216}" type="pres">
      <dgm:prSet presAssocID="{B2634CCC-ADC1-496C-BBEC-71A362F6E88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422A83C-8A70-4C89-AFA0-7A9938F7A843}" type="pres">
      <dgm:prSet presAssocID="{B2634CCC-ADC1-496C-BBEC-71A362F6E88C}" presName="spaceRect" presStyleCnt="0"/>
      <dgm:spPr/>
    </dgm:pt>
    <dgm:pt modelId="{A09008B6-6552-4D8F-8639-A83BCF9B1286}" type="pres">
      <dgm:prSet presAssocID="{B2634CCC-ADC1-496C-BBEC-71A362F6E88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BA6320B-00A9-416A-8DF5-71DAF57079EF}" type="presOf" srcId="{B3A18405-49D6-4C6B-ADCE-137D4CD78897}" destId="{30649C7A-1293-44E9-981A-123721D58BF4}" srcOrd="0" destOrd="0" presId="urn:microsoft.com/office/officeart/2018/5/layout/IconCircleLabelList"/>
    <dgm:cxn modelId="{14EAE025-2188-414B-A563-864A2A02F557}" type="presOf" srcId="{0AB9CAB1-99BB-4F39-B1E0-A1F9F21B84C9}" destId="{E41E7F03-19DA-4CAB-8B6D-4A11A18C7B41}" srcOrd="0" destOrd="0" presId="urn:microsoft.com/office/officeart/2018/5/layout/IconCircleLabelList"/>
    <dgm:cxn modelId="{C8B3DE29-CC13-4D9F-80B3-7D9CD1835153}" srcId="{0AB9CAB1-99BB-4F39-B1E0-A1F9F21B84C9}" destId="{B3A18405-49D6-4C6B-ADCE-137D4CD78897}" srcOrd="2" destOrd="0" parTransId="{71B50AD7-64E7-4FB5-A942-955788286A9C}" sibTransId="{78EA766D-883E-49F3-BE35-64805019AE3A}"/>
    <dgm:cxn modelId="{C75DBB31-365B-436A-93F7-1F39971DCD17}" type="presOf" srcId="{A25F21D5-6087-409C-92C2-CCD487120656}" destId="{D67DF48E-F084-4920-95AC-C34EBF2BE2FD}" srcOrd="0" destOrd="0" presId="urn:microsoft.com/office/officeart/2018/5/layout/IconCircleLabelList"/>
    <dgm:cxn modelId="{0AC70E45-D9AF-4D35-A363-768BADABF363}" srcId="{0AB9CAB1-99BB-4F39-B1E0-A1F9F21B84C9}" destId="{B2634CCC-ADC1-496C-BBEC-71A362F6E88C}" srcOrd="4" destOrd="0" parTransId="{4FF81089-1754-41AB-8F0A-13AAB0DBE520}" sibTransId="{D5227BDB-C04C-45BF-9C09-8D347596B583}"/>
    <dgm:cxn modelId="{1844BB66-725C-4AAB-8A6B-E2F0CC20C61D}" srcId="{0AB9CAB1-99BB-4F39-B1E0-A1F9F21B84C9}" destId="{73C76D4C-FFA8-4D63-8022-5F90122B0F5C}" srcOrd="3" destOrd="0" parTransId="{7839C449-1B01-4486-AA6D-4C22B73868FE}" sibTransId="{F2099BED-8127-4EFE-926A-ABB5261D633A}"/>
    <dgm:cxn modelId="{15E9EE85-4A7D-463C-996F-FF1E2EAE2E8B}" type="presOf" srcId="{73C76D4C-FFA8-4D63-8022-5F90122B0F5C}" destId="{C919E9BF-B845-47DF-A7AB-6428092B6CF2}" srcOrd="0" destOrd="0" presId="urn:microsoft.com/office/officeart/2018/5/layout/IconCircleLabelList"/>
    <dgm:cxn modelId="{A238AFA2-192A-412E-8E26-EF7E38876715}" srcId="{0AB9CAB1-99BB-4F39-B1E0-A1F9F21B84C9}" destId="{A25F21D5-6087-409C-92C2-CCD487120656}" srcOrd="1" destOrd="0" parTransId="{FABA0DD5-06EB-4E4A-BC30-E0BD0AB58F72}" sibTransId="{578A3570-CB72-41C7-8DF3-CEA5EA441CB6}"/>
    <dgm:cxn modelId="{48AE3ACA-CE7D-4C09-966F-34B2D6F93C14}" type="presOf" srcId="{B2634CCC-ADC1-496C-BBEC-71A362F6E88C}" destId="{A09008B6-6552-4D8F-8639-A83BCF9B1286}" srcOrd="0" destOrd="0" presId="urn:microsoft.com/office/officeart/2018/5/layout/IconCircleLabelList"/>
    <dgm:cxn modelId="{52A233E1-98EC-48A9-A98F-16E81112080B}" type="presOf" srcId="{E800F892-F934-49A2-A29B-D2C28E301BCD}" destId="{821BBFA0-FEA1-46DD-9660-22DB745D6FFC}" srcOrd="0" destOrd="0" presId="urn:microsoft.com/office/officeart/2018/5/layout/IconCircleLabelList"/>
    <dgm:cxn modelId="{920822EA-757F-44A3-B0CD-DF367AC09565}" srcId="{0AB9CAB1-99BB-4F39-B1E0-A1F9F21B84C9}" destId="{E800F892-F934-49A2-A29B-D2C28E301BCD}" srcOrd="0" destOrd="0" parTransId="{C0FDAC95-AEFC-4276-84DD-C05CEA6D2BB0}" sibTransId="{09E7DF1E-832F-4982-97DC-66DE684A0608}"/>
    <dgm:cxn modelId="{485C6F42-E86D-4665-B33B-7340D99F2613}" type="presParOf" srcId="{E41E7F03-19DA-4CAB-8B6D-4A11A18C7B41}" destId="{EFB98DF6-7D4E-4100-9A37-E644D1B346C2}" srcOrd="0" destOrd="0" presId="urn:microsoft.com/office/officeart/2018/5/layout/IconCircleLabelList"/>
    <dgm:cxn modelId="{E0E04A0C-922F-4BFA-8DC5-E5E1B1B52DE5}" type="presParOf" srcId="{EFB98DF6-7D4E-4100-9A37-E644D1B346C2}" destId="{15390693-BC45-4B03-9DBA-DD9CC5486D53}" srcOrd="0" destOrd="0" presId="urn:microsoft.com/office/officeart/2018/5/layout/IconCircleLabelList"/>
    <dgm:cxn modelId="{EFAD8C03-EE14-45D3-8FB1-B13E88FAE660}" type="presParOf" srcId="{EFB98DF6-7D4E-4100-9A37-E644D1B346C2}" destId="{FEF25D44-D28E-4A49-BA36-A4C6F1BD7A34}" srcOrd="1" destOrd="0" presId="urn:microsoft.com/office/officeart/2018/5/layout/IconCircleLabelList"/>
    <dgm:cxn modelId="{87D120CD-D5E0-41BE-B67F-F8993CBAE480}" type="presParOf" srcId="{EFB98DF6-7D4E-4100-9A37-E644D1B346C2}" destId="{C5E1FEA3-95E0-479A-9145-CC319CF77D1E}" srcOrd="2" destOrd="0" presId="urn:microsoft.com/office/officeart/2018/5/layout/IconCircleLabelList"/>
    <dgm:cxn modelId="{26516B37-A37B-4E6A-9606-FB0E124EA2A1}" type="presParOf" srcId="{EFB98DF6-7D4E-4100-9A37-E644D1B346C2}" destId="{821BBFA0-FEA1-46DD-9660-22DB745D6FFC}" srcOrd="3" destOrd="0" presId="urn:microsoft.com/office/officeart/2018/5/layout/IconCircleLabelList"/>
    <dgm:cxn modelId="{15DB8EFF-383E-4DCA-94AE-5D7263C059E3}" type="presParOf" srcId="{E41E7F03-19DA-4CAB-8B6D-4A11A18C7B41}" destId="{4D4A7E64-1FB2-4803-A79A-32C665746B3C}" srcOrd="1" destOrd="0" presId="urn:microsoft.com/office/officeart/2018/5/layout/IconCircleLabelList"/>
    <dgm:cxn modelId="{17B0F02F-D7DC-4911-87E0-A572EC412177}" type="presParOf" srcId="{E41E7F03-19DA-4CAB-8B6D-4A11A18C7B41}" destId="{1A173D1C-FE71-4EE3-8632-21C9081BCCBD}" srcOrd="2" destOrd="0" presId="urn:microsoft.com/office/officeart/2018/5/layout/IconCircleLabelList"/>
    <dgm:cxn modelId="{A8B666A5-E1DD-44A0-8343-022518505848}" type="presParOf" srcId="{1A173D1C-FE71-4EE3-8632-21C9081BCCBD}" destId="{4D86B2E0-87A4-47F2-B718-2B8CFA33827D}" srcOrd="0" destOrd="0" presId="urn:microsoft.com/office/officeart/2018/5/layout/IconCircleLabelList"/>
    <dgm:cxn modelId="{B539CFF7-E0C8-4F8F-AF82-4B8134F570F0}" type="presParOf" srcId="{1A173D1C-FE71-4EE3-8632-21C9081BCCBD}" destId="{C0887A05-B540-41FD-8B79-2453F344818B}" srcOrd="1" destOrd="0" presId="urn:microsoft.com/office/officeart/2018/5/layout/IconCircleLabelList"/>
    <dgm:cxn modelId="{AA1C9836-2666-4B94-8EA3-98BC3D4CE3C9}" type="presParOf" srcId="{1A173D1C-FE71-4EE3-8632-21C9081BCCBD}" destId="{27DFF0B5-C560-48EC-BD73-92C3B823FD58}" srcOrd="2" destOrd="0" presId="urn:microsoft.com/office/officeart/2018/5/layout/IconCircleLabelList"/>
    <dgm:cxn modelId="{BD159AB2-2525-4561-8B99-3B3430203D91}" type="presParOf" srcId="{1A173D1C-FE71-4EE3-8632-21C9081BCCBD}" destId="{D67DF48E-F084-4920-95AC-C34EBF2BE2FD}" srcOrd="3" destOrd="0" presId="urn:microsoft.com/office/officeart/2018/5/layout/IconCircleLabelList"/>
    <dgm:cxn modelId="{4DB173C7-AAB4-4DB7-B15F-CD7B74E6DFEA}" type="presParOf" srcId="{E41E7F03-19DA-4CAB-8B6D-4A11A18C7B41}" destId="{DF3E59ED-536C-416B-8E45-209C29B71761}" srcOrd="3" destOrd="0" presId="urn:microsoft.com/office/officeart/2018/5/layout/IconCircleLabelList"/>
    <dgm:cxn modelId="{C5D93C0E-AB29-42E2-A1EA-75D51BB67C45}" type="presParOf" srcId="{E41E7F03-19DA-4CAB-8B6D-4A11A18C7B41}" destId="{AD7A1C85-6B21-42F8-BCAA-37F431980C89}" srcOrd="4" destOrd="0" presId="urn:microsoft.com/office/officeart/2018/5/layout/IconCircleLabelList"/>
    <dgm:cxn modelId="{44C9C90B-C05D-4E06-9BC3-DFEC1E618BB6}" type="presParOf" srcId="{AD7A1C85-6B21-42F8-BCAA-37F431980C89}" destId="{D8E39175-B10D-4C5B-ABBE-547AA9A99E72}" srcOrd="0" destOrd="0" presId="urn:microsoft.com/office/officeart/2018/5/layout/IconCircleLabelList"/>
    <dgm:cxn modelId="{C6A8F1D7-5F4C-47DF-96F8-ACB49AF566E9}" type="presParOf" srcId="{AD7A1C85-6B21-42F8-BCAA-37F431980C89}" destId="{FA8F575A-B578-469B-868E-49C492B3A175}" srcOrd="1" destOrd="0" presId="urn:microsoft.com/office/officeart/2018/5/layout/IconCircleLabelList"/>
    <dgm:cxn modelId="{C3FFE849-0C7B-462C-B8A5-3F31F16DFD50}" type="presParOf" srcId="{AD7A1C85-6B21-42F8-BCAA-37F431980C89}" destId="{99106F59-D7C2-46D4-92B4-2DEA20D329A1}" srcOrd="2" destOrd="0" presId="urn:microsoft.com/office/officeart/2018/5/layout/IconCircleLabelList"/>
    <dgm:cxn modelId="{3F46BCE7-60F4-409E-AFA5-D65DCB1AD144}" type="presParOf" srcId="{AD7A1C85-6B21-42F8-BCAA-37F431980C89}" destId="{30649C7A-1293-44E9-981A-123721D58BF4}" srcOrd="3" destOrd="0" presId="urn:microsoft.com/office/officeart/2018/5/layout/IconCircleLabelList"/>
    <dgm:cxn modelId="{819E0471-4A36-440E-94C0-D7E938B24033}" type="presParOf" srcId="{E41E7F03-19DA-4CAB-8B6D-4A11A18C7B41}" destId="{5502DD3C-2F7C-4B3D-A5D7-2EFD7C062470}" srcOrd="5" destOrd="0" presId="urn:microsoft.com/office/officeart/2018/5/layout/IconCircleLabelList"/>
    <dgm:cxn modelId="{8002EF9B-B62A-4C94-8047-3F635BC58646}" type="presParOf" srcId="{E41E7F03-19DA-4CAB-8B6D-4A11A18C7B41}" destId="{43D43027-964E-4EE0-96B8-BE1B5C520430}" srcOrd="6" destOrd="0" presId="urn:microsoft.com/office/officeart/2018/5/layout/IconCircleLabelList"/>
    <dgm:cxn modelId="{E789B764-59F3-41D1-BE1C-FB3F67C38948}" type="presParOf" srcId="{43D43027-964E-4EE0-96B8-BE1B5C520430}" destId="{3979A9F2-1C4C-49E9-A20A-7E3056EDD2A2}" srcOrd="0" destOrd="0" presId="urn:microsoft.com/office/officeart/2018/5/layout/IconCircleLabelList"/>
    <dgm:cxn modelId="{4F00F71D-18CD-4785-BE8F-E7BC3A776932}" type="presParOf" srcId="{43D43027-964E-4EE0-96B8-BE1B5C520430}" destId="{D84CF093-04C0-4142-B5FC-01886421D969}" srcOrd="1" destOrd="0" presId="urn:microsoft.com/office/officeart/2018/5/layout/IconCircleLabelList"/>
    <dgm:cxn modelId="{4B7B0CB6-EFE0-4158-885B-66B1E0C5C58A}" type="presParOf" srcId="{43D43027-964E-4EE0-96B8-BE1B5C520430}" destId="{51FC4704-A9AB-45EB-B39F-C90485DD31B8}" srcOrd="2" destOrd="0" presId="urn:microsoft.com/office/officeart/2018/5/layout/IconCircleLabelList"/>
    <dgm:cxn modelId="{59ED9D04-E2D2-4486-8F16-4623ADB4A47E}" type="presParOf" srcId="{43D43027-964E-4EE0-96B8-BE1B5C520430}" destId="{C919E9BF-B845-47DF-A7AB-6428092B6CF2}" srcOrd="3" destOrd="0" presId="urn:microsoft.com/office/officeart/2018/5/layout/IconCircleLabelList"/>
    <dgm:cxn modelId="{34D565C7-A51B-4355-B055-E3AD4A70D847}" type="presParOf" srcId="{E41E7F03-19DA-4CAB-8B6D-4A11A18C7B41}" destId="{C695E9D5-9467-442A-BA34-4074662366CB}" srcOrd="7" destOrd="0" presId="urn:microsoft.com/office/officeart/2018/5/layout/IconCircleLabelList"/>
    <dgm:cxn modelId="{2C85AB13-5476-4BCA-833A-7FC398812ECE}" type="presParOf" srcId="{E41E7F03-19DA-4CAB-8B6D-4A11A18C7B41}" destId="{6305AE04-AC61-418A-B14D-0EAE56E27F20}" srcOrd="8" destOrd="0" presId="urn:microsoft.com/office/officeart/2018/5/layout/IconCircleLabelList"/>
    <dgm:cxn modelId="{0365B10A-BD86-4A4B-908F-E7BCD80F63F3}" type="presParOf" srcId="{6305AE04-AC61-418A-B14D-0EAE56E27F20}" destId="{920BB9C4-143F-4021-8508-77A755B5B8FA}" srcOrd="0" destOrd="0" presId="urn:microsoft.com/office/officeart/2018/5/layout/IconCircleLabelList"/>
    <dgm:cxn modelId="{449527E2-EA27-47AA-8CE2-1FD8FC43F768}" type="presParOf" srcId="{6305AE04-AC61-418A-B14D-0EAE56E27F20}" destId="{578227BE-DB32-49D5-98BA-FB41A78C2216}" srcOrd="1" destOrd="0" presId="urn:microsoft.com/office/officeart/2018/5/layout/IconCircleLabelList"/>
    <dgm:cxn modelId="{6084D1E9-617B-4014-8510-D4D977B4498C}" type="presParOf" srcId="{6305AE04-AC61-418A-B14D-0EAE56E27F20}" destId="{7422A83C-8A70-4C89-AFA0-7A9938F7A843}" srcOrd="2" destOrd="0" presId="urn:microsoft.com/office/officeart/2018/5/layout/IconCircleLabelList"/>
    <dgm:cxn modelId="{696B1815-D144-4923-8889-6E2C49C3E728}" type="presParOf" srcId="{6305AE04-AC61-418A-B14D-0EAE56E27F20}" destId="{A09008B6-6552-4D8F-8639-A83BCF9B128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5501D-533B-41A5-8CA9-659429B6E88D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BA035-EDB4-43EF-ABE0-1A90DB7C6727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/>
            <a:t>(Last week’s presentation update)</a:t>
          </a:r>
          <a:endParaRPr lang="en-US" sz="1500" kern="1200"/>
        </a:p>
      </dsp:txBody>
      <dsp:txXfrm>
        <a:off x="417971" y="2644140"/>
        <a:ext cx="2889450" cy="720000"/>
      </dsp:txXfrm>
    </dsp:sp>
    <dsp:sp modelId="{4D4D8F91-97C8-4CCF-9981-E32CC7DA070C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84EFD-2B19-4C89-A86D-4C05789475B8}">
      <dsp:nvSpPr>
        <dsp:cNvPr id="0" name=""/>
        <dsp:cNvSpPr/>
      </dsp:nvSpPr>
      <dsp:spPr>
        <a:xfrm>
          <a:off x="3813074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Peter Steinberg, the creator of open claw has joined OpenAI to “bring agents to everyone”.</a:t>
          </a:r>
        </a:p>
      </dsp:txBody>
      <dsp:txXfrm>
        <a:off x="3813074" y="2644140"/>
        <a:ext cx="2889450" cy="720000"/>
      </dsp:txXfrm>
    </dsp:sp>
    <dsp:sp modelId="{B6E3B213-511A-40EF-B187-D986761A365F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F7268-9106-47ED-A78E-505C0F4DEFC1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Nevertheless, </a:t>
          </a:r>
          <a:r>
            <a:rPr lang="en-US" sz="1500" kern="1200" dirty="0" err="1"/>
            <a:t>OpenClaw</a:t>
          </a:r>
          <a:r>
            <a:rPr lang="en-US" sz="1500" kern="1200" dirty="0"/>
            <a:t> will stay open source through a foundation per comments of the creator.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90693-BC45-4B03-9DBA-DD9CC5486D53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25D44-D28E-4A49-BA36-A4C6F1BD7A34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BBFA0-FEA1-46DD-9660-22DB745D6FFC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Coding capabilities (Claude Code).</a:t>
          </a:r>
        </a:p>
      </dsp:txBody>
      <dsp:txXfrm>
        <a:off x="127800" y="2535669"/>
        <a:ext cx="1800000" cy="720000"/>
      </dsp:txXfrm>
    </dsp:sp>
    <dsp:sp modelId="{4D86B2E0-87A4-47F2-B718-2B8CFA33827D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87A05-B540-41FD-8B79-2453F344818B}">
      <dsp:nvSpPr>
        <dsp:cNvPr id="0" name=""/>
        <dsp:cNvSpPr/>
      </dsp:nvSpPr>
      <dsp:spPr>
        <a:xfrm>
          <a:off x="2827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DF48E-F084-4920-95AC-C34EBF2BE2FD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Folder structuring.</a:t>
          </a:r>
        </a:p>
      </dsp:txBody>
      <dsp:txXfrm>
        <a:off x="2242800" y="2535669"/>
        <a:ext cx="1800000" cy="720000"/>
      </dsp:txXfrm>
    </dsp:sp>
    <dsp:sp modelId="{D8E39175-B10D-4C5B-ABBE-547AA9A99E72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F575A-B578-469B-868E-49C492B3A175}">
      <dsp:nvSpPr>
        <dsp:cNvPr id="0" name=""/>
        <dsp:cNvSpPr/>
      </dsp:nvSpPr>
      <dsp:spPr>
        <a:xfrm>
          <a:off x="494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49C7A-1293-44E9-981A-123721D58BF4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Extract data from spreadsheets, PDFs, and generate clean Excel reports with analysis.</a:t>
          </a:r>
          <a:endParaRPr lang="en-US" sz="1100" kern="1200"/>
        </a:p>
      </dsp:txBody>
      <dsp:txXfrm>
        <a:off x="4357800" y="2535669"/>
        <a:ext cx="1800000" cy="720000"/>
      </dsp:txXfrm>
    </dsp:sp>
    <dsp:sp modelId="{3979A9F2-1C4C-49E9-A20A-7E3056EDD2A2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CF093-04C0-4142-B5FC-01886421D969}">
      <dsp:nvSpPr>
        <dsp:cNvPr id="0" name=""/>
        <dsp:cNvSpPr/>
      </dsp:nvSpPr>
      <dsp:spPr>
        <a:xfrm>
          <a:off x="7057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9E9BF-B845-47DF-A7AB-6428092B6CF2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Compile research from multiple sources into a cohesive report</a:t>
          </a:r>
          <a:endParaRPr lang="en-US" sz="1100" kern="1200"/>
        </a:p>
      </dsp:txBody>
      <dsp:txXfrm>
        <a:off x="6472800" y="2535669"/>
        <a:ext cx="1800000" cy="720000"/>
      </dsp:txXfrm>
    </dsp:sp>
    <dsp:sp modelId="{920BB9C4-143F-4021-8508-77A755B5B8FA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227BE-DB32-49D5-98BA-FB41A78C2216}">
      <dsp:nvSpPr>
        <dsp:cNvPr id="0" name=""/>
        <dsp:cNvSpPr/>
      </dsp:nvSpPr>
      <dsp:spPr>
        <a:xfrm>
          <a:off x="917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008B6-6552-4D8F-8639-A83BCF9B1286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Generate a daily briefing from Slack, Notion, Jira, and other tools. </a:t>
          </a:r>
          <a:endParaRPr lang="en-US" sz="1100" kern="1200"/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48E9-822A-62CE-21C9-5BFD8E666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181DD-30E0-A718-FAE8-5F8AD8FC5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C87FE-5CEC-704D-447F-0BFA37D4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78-2CEF-B566-7881-C075919C9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57CC-3554-0B79-C5B6-C9B63DD0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336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2943-F689-F0A0-179E-F424E3EB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565FC-A3D3-8687-083F-7DC063EB7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83952-D8F4-9830-36C9-A71DA551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62AC-C42E-A9D7-9F73-8A38A54E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8F44-AC34-E85A-0673-6405770C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2955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2A0E-32DD-AD08-B5EB-99B01DF6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BC1F-73B7-3B33-DCC9-3B45D2F9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A8FC7-DC2F-4D58-B103-BC4A80AE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80D4D-8A41-6A04-868E-8D20A52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495C6-E148-AE73-7875-8201B3A3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98162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F840-C3EB-D0A5-BB5D-ECC142A8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2358-E925-0AC7-2189-C48F3F9C7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78674-F64C-7967-3E35-DAC630B15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16F4A-5211-AB22-E2E5-82941E29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42E64-2EEA-9757-002E-67BD34C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C0B54-A6B9-6A66-4387-FA018918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2203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5FFC-881E-5447-DCB1-6E8DFCE8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0BAFA-6336-7383-ED46-ACDAB5135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8D297-FDF0-21F4-918E-B1F392465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88AC3-784A-F0E0-BF64-D256773A1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61744-D9CD-F85A-E15D-B879ADDBA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DC5A4-71B9-AF97-DB92-896A7731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68C74-CF3A-86D7-8C0C-ED33A296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22DA3-9FF5-E0BE-F3C3-AC5CF45D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9540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15BE-456A-67CF-EE92-2F7FD62D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F9E8D-75DB-CEE1-74DD-8006ADB1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D130D-5C4C-9D06-473A-D96290BC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4D132-5186-504D-EB42-5BF39547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1826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73AF7-C0B3-1CD1-8612-E480808A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2D89C-C9DC-0A4B-2185-92DF5885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C5BFC-F42E-91CD-9C95-17910A12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8217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9CFD-8C6E-6C80-5BD5-695A7CC2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377A-A6D4-C363-5A6D-796E5ED6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A0C73-5204-443A-7188-9807D28E5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835C7-65FD-A676-FA58-CD1E8389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02FBD-335F-C7EE-9763-3211463D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D2B31-F3E7-2294-0A6F-EC56C686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4645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9F02-F838-AC34-3DAE-9CB27E81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2EC74-BF6D-A003-BEA8-41931457E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909C2-EEAA-80B9-7671-875B3BF71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93E1B-F540-9392-CA58-C77CCC89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F5FF-4E9E-FB9C-5A03-D1C5CEFE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854EE-392B-BEA5-D055-F9142114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9103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0B3F-8404-87CE-83F8-4A870E8B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960EE-44D3-16DE-9543-D40209F90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DCAB6-5999-3B08-A6C1-56DE9FBD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CF3BF-B43C-7251-7E7D-47CEDED3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F518C-26FA-4AD3-D4B9-818A0155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1852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189DD-D709-BA1D-8F99-4DFAD186D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243E2-AFC2-C9B2-51D6-D104F8C37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72791-E5D5-47DD-A6E0-F39381B5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92C4-5492-6693-2470-D6AFE8AA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B540B-B9B0-7251-E0DC-17A41CA2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5681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39F1B-A03C-81DC-0931-4C160276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07419-99A1-B3FD-9EB8-C274D1BFB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667B-10F3-C038-73AA-2446FF00D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80B69-3755-BE44-85DC-495F81D545F7}" type="datetimeFigureOut">
              <a:rPr lang="en-ES" smtClean="0"/>
              <a:t>24/2/26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03154-713A-CC8C-219B-A2EEDFF3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93DA0-F4F8-9F28-4D24-D5B5AB24A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79DEF-8914-1948-853D-B3F5B3FDA3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96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he AI That Built Itself In 10 Days Now Wants Access To Your Desktop">
            <a:extLst>
              <a:ext uri="{FF2B5EF4-FFF2-40B4-BE49-F238E27FC236}">
                <a16:creationId xmlns:a16="http://schemas.microsoft.com/office/drawing/2014/main" id="{8567C3A8-6C69-6E6E-9A63-06032424A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12D1B0-6EF6-3537-53D9-1E7EE6C90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858" y="389965"/>
            <a:ext cx="5154706" cy="997292"/>
          </a:xfrm>
        </p:spPr>
        <p:txBody>
          <a:bodyPr>
            <a:normAutofit/>
          </a:bodyPr>
          <a:lstStyle/>
          <a:p>
            <a:r>
              <a:rPr lang="en-ES" dirty="0">
                <a:solidFill>
                  <a:srgbClr val="FFFFFF"/>
                </a:solidFill>
              </a:rPr>
              <a:t>Claude Cowork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7E307-E662-AD50-A88E-C2C2FD873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858" y="1387257"/>
            <a:ext cx="3397624" cy="439490"/>
          </a:xfrm>
        </p:spPr>
        <p:txBody>
          <a:bodyPr>
            <a:normAutofit/>
          </a:bodyPr>
          <a:lstStyle/>
          <a:p>
            <a:r>
              <a:rPr lang="en-ES" dirty="0">
                <a:solidFill>
                  <a:srgbClr val="FFFFFF"/>
                </a:solidFill>
              </a:rPr>
              <a:t>Data SAIL – Tech News</a:t>
            </a:r>
          </a:p>
        </p:txBody>
      </p:sp>
    </p:spTree>
    <p:extLst>
      <p:ext uri="{BB962C8B-B14F-4D97-AF65-F5344CB8AC3E}">
        <p14:creationId xmlns:p14="http://schemas.microsoft.com/office/powerpoint/2010/main" val="2162283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ADFF6-6869-9B4D-3706-C66C786CB0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4205" b="115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08F6B0-6869-1A3F-B4F5-FCC9F27D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ES">
                <a:solidFill>
                  <a:srgbClr val="FFFFFF"/>
                </a:solidFill>
              </a:rPr>
              <a:t>OpenClaw and OpenAI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05BC47-BBE7-AF1D-E641-A6BEA8FAB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7994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2755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95763-1CA3-87EB-B483-9D3CDCCA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ES" sz="4000"/>
              <a:t>What is Claude Cowork?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DF3F-0A77-3FA8-3C7B-C844C52D4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ES" sz="2000" dirty="0"/>
              <a:t>Important to note that it is not Claude with extra features.</a:t>
            </a:r>
          </a:p>
          <a:p>
            <a:r>
              <a:rPr lang="en-ES" sz="2000" dirty="0"/>
              <a:t>Designate it a folder, give it instructions and let it work autonomously.</a:t>
            </a:r>
          </a:p>
          <a:p>
            <a:r>
              <a:rPr lang="en-ES" sz="2000" dirty="0"/>
              <a:t>It may work for hours at a time!</a:t>
            </a:r>
          </a:p>
          <a:p>
            <a:r>
              <a:rPr lang="en-ES" sz="2000" dirty="0"/>
              <a:t>Needs a paid subscription (cheapest option 20$ monthly)</a:t>
            </a:r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05197FD8-1B4E-5AD7-3970-A5B333A96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2" r="30190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6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AED6-9E30-AC6B-83E4-4B88FC96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7152C4-89CF-2E6B-71A3-3F60E22EF6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40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14A36-9636-7D41-7F1E-AEE73494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ES" sz="3600">
                <a:solidFill>
                  <a:schemeClr val="tx2"/>
                </a:solidFill>
              </a:rPr>
              <a:t>Risks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E5D87-AB79-86F8-F772-AE7E0A4A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ES" sz="1800">
                <a:solidFill>
                  <a:schemeClr val="tx2"/>
                </a:solidFill>
              </a:rPr>
              <a:t>Users are reproting it ”eats up the RAM”. You may want to consider for a non personal laptop.</a:t>
            </a:r>
          </a:p>
          <a:p>
            <a:r>
              <a:rPr lang="en-ES" sz="1800">
                <a:solidFill>
                  <a:schemeClr val="tx2"/>
                </a:solidFill>
              </a:rPr>
              <a:t>Prompt injection. </a:t>
            </a:r>
            <a:r>
              <a:rPr lang="en-GB" sz="1800">
                <a:solidFill>
                  <a:schemeClr val="tx2"/>
                </a:solidFill>
              </a:rPr>
              <a:t>Hidden or malicious instructions in files or web data can trick the AI into doing something harmful.</a:t>
            </a:r>
          </a:p>
          <a:p>
            <a:r>
              <a:rPr lang="en-ES" altLang="en-ES" sz="1800">
                <a:solidFill>
                  <a:schemeClr val="tx2"/>
                </a:solidFill>
                <a:latin typeface="-webkit-standard"/>
              </a:rPr>
              <a:t>If you grant broad access, the tool could inadvertently or accidentally affect files you didn’t intend it to</a:t>
            </a:r>
            <a:endParaRPr lang="en-ES" altLang="en-ES" sz="18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en-GB" sz="1800">
                <a:solidFill>
                  <a:schemeClr val="tx2"/>
                </a:solidFill>
              </a:rPr>
              <a:t>Still in research preview.</a:t>
            </a:r>
          </a:p>
          <a:p>
            <a:endParaRPr lang="en-E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63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220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-webkit-standard</vt:lpstr>
      <vt:lpstr>Aptos</vt:lpstr>
      <vt:lpstr>Aptos Display</vt:lpstr>
      <vt:lpstr>Arial</vt:lpstr>
      <vt:lpstr>Office Theme</vt:lpstr>
      <vt:lpstr>Claude Cowork</vt:lpstr>
      <vt:lpstr>OpenClaw and OpenAI</vt:lpstr>
      <vt:lpstr>What is Claude Cowork?</vt:lpstr>
      <vt:lpstr>Use Cases</vt:lpstr>
      <vt:lpstr>Risks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Monné Parera</dc:creator>
  <cp:lastModifiedBy>Pol Monné Parera</cp:lastModifiedBy>
  <cp:revision>1</cp:revision>
  <dcterms:created xsi:type="dcterms:W3CDTF">2026-02-24T15:31:41Z</dcterms:created>
  <dcterms:modified xsi:type="dcterms:W3CDTF">2026-02-24T15:59:33Z</dcterms:modified>
</cp:coreProperties>
</file>