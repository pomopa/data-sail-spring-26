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Shepherd" charset="1" panose="00000000000000000000"/>
      <p:regular r:id="rId15"/>
    </p:embeddedFont>
    <p:embeddedFont>
      <p:font typeface="AC Soft Icecream" charset="1" panose="02000603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541842" y="1761286"/>
            <a:ext cx="8717458" cy="7497014"/>
          </a:xfrm>
          <a:custGeom>
            <a:avLst/>
            <a:gdLst/>
            <a:ahLst/>
            <a:cxnLst/>
            <a:rect r="r" b="b" t="t" l="l"/>
            <a:pathLst>
              <a:path h="7497014" w="8717458">
                <a:moveTo>
                  <a:pt x="0" y="0"/>
                </a:moveTo>
                <a:lnTo>
                  <a:pt x="8717458" y="0"/>
                </a:lnTo>
                <a:lnTo>
                  <a:pt x="8717458" y="7497014"/>
                </a:lnTo>
                <a:lnTo>
                  <a:pt x="0" y="74970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342564">
            <a:off x="-4172863" y="-4528262"/>
            <a:ext cx="13705484" cy="12185421"/>
          </a:xfrm>
          <a:custGeom>
            <a:avLst/>
            <a:gdLst/>
            <a:ahLst/>
            <a:cxnLst/>
            <a:rect r="r" b="b" t="t" l="l"/>
            <a:pathLst>
              <a:path h="12185421" w="13705484">
                <a:moveTo>
                  <a:pt x="0" y="0"/>
                </a:moveTo>
                <a:lnTo>
                  <a:pt x="13705484" y="0"/>
                </a:lnTo>
                <a:lnTo>
                  <a:pt x="13705484" y="12185421"/>
                </a:lnTo>
                <a:lnTo>
                  <a:pt x="0" y="121854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02268" y="-648685"/>
            <a:ext cx="7830050" cy="3296172"/>
          </a:xfrm>
          <a:prstGeom prst="rect">
            <a:avLst/>
          </a:prstGeom>
        </p:spPr>
        <p:txBody>
          <a:bodyPr anchor="t" rtlCol="false" tIns="0" lIns="0" bIns="0" rIns="0">
            <a:spAutoFit/>
          </a:bodyPr>
          <a:lstStyle/>
          <a:p>
            <a:pPr algn="l">
              <a:lnSpc>
                <a:spcPts val="22021"/>
              </a:lnSpc>
            </a:pPr>
            <a:r>
              <a:rPr lang="en-US" sz="15729">
                <a:solidFill>
                  <a:srgbClr val="2C2F6F"/>
                </a:solidFill>
                <a:latin typeface="Shepherd"/>
                <a:ea typeface="Shepherd"/>
                <a:cs typeface="Shepherd"/>
                <a:sym typeface="Shepherd"/>
              </a:rPr>
              <a:t>Leadership</a:t>
            </a:r>
          </a:p>
        </p:txBody>
      </p:sp>
      <p:sp>
        <p:nvSpPr>
          <p:cNvPr name="TextBox 6" id="6"/>
          <p:cNvSpPr txBox="true"/>
          <p:nvPr/>
        </p:nvSpPr>
        <p:spPr>
          <a:xfrm rot="0">
            <a:off x="702268" y="1340805"/>
            <a:ext cx="7830050" cy="3346449"/>
          </a:xfrm>
          <a:prstGeom prst="rect">
            <a:avLst/>
          </a:prstGeom>
        </p:spPr>
        <p:txBody>
          <a:bodyPr anchor="t" rtlCol="false" tIns="0" lIns="0" bIns="0" rIns="0">
            <a:spAutoFit/>
          </a:bodyPr>
          <a:lstStyle/>
          <a:p>
            <a:pPr algn="l">
              <a:lnSpc>
                <a:spcPts val="22400"/>
              </a:lnSpc>
            </a:pPr>
            <a:r>
              <a:rPr lang="en-US" sz="16000">
                <a:solidFill>
                  <a:srgbClr val="2C2F6F"/>
                </a:solidFill>
                <a:latin typeface="Shepherd"/>
                <a:ea typeface="Shepherd"/>
                <a:cs typeface="Shepherd"/>
                <a:sym typeface="Shepherd"/>
              </a:rPr>
              <a:t>Transition</a:t>
            </a:r>
          </a:p>
        </p:txBody>
      </p:sp>
      <p:sp>
        <p:nvSpPr>
          <p:cNvPr name="TextBox 7" id="7"/>
          <p:cNvSpPr txBox="true"/>
          <p:nvPr/>
        </p:nvSpPr>
        <p:spPr>
          <a:xfrm rot="0">
            <a:off x="1028700" y="5093420"/>
            <a:ext cx="5443437" cy="727075"/>
          </a:xfrm>
          <a:prstGeom prst="rect">
            <a:avLst/>
          </a:prstGeom>
        </p:spPr>
        <p:txBody>
          <a:bodyPr anchor="t" rtlCol="false" tIns="0" lIns="0" bIns="0" rIns="0">
            <a:spAutoFit/>
          </a:bodyPr>
          <a:lstStyle/>
          <a:p>
            <a:pPr algn="l">
              <a:lnSpc>
                <a:spcPts val="5599"/>
              </a:lnSpc>
            </a:pPr>
            <a:r>
              <a:rPr lang="en-US" sz="3999">
                <a:solidFill>
                  <a:srgbClr val="2C2F6F"/>
                </a:solidFill>
                <a:latin typeface="AC Soft Icecream"/>
                <a:ea typeface="AC Soft Icecream"/>
                <a:cs typeface="AC Soft Icecream"/>
                <a:sym typeface="AC Soft Icecream"/>
              </a:rPr>
              <a:t>Data Sail - Spring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59536" y="4504079"/>
            <a:ext cx="7899764" cy="4754221"/>
          </a:xfrm>
          <a:custGeom>
            <a:avLst/>
            <a:gdLst/>
            <a:ahLst/>
            <a:cxnLst/>
            <a:rect r="r" b="b" t="t" l="l"/>
            <a:pathLst>
              <a:path h="4754221" w="7899764">
                <a:moveTo>
                  <a:pt x="0" y="0"/>
                </a:moveTo>
                <a:lnTo>
                  <a:pt x="7899764" y="0"/>
                </a:lnTo>
                <a:lnTo>
                  <a:pt x="7899764" y="4754221"/>
                </a:lnTo>
                <a:lnTo>
                  <a:pt x="0" y="47542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630990" y="175921"/>
            <a:ext cx="9026020" cy="2735174"/>
          </a:xfrm>
          <a:prstGeom prst="rect">
            <a:avLst/>
          </a:prstGeom>
        </p:spPr>
        <p:txBody>
          <a:bodyPr anchor="t" rtlCol="false" tIns="0" lIns="0" bIns="0" rIns="0">
            <a:spAutoFit/>
          </a:bodyPr>
          <a:lstStyle/>
          <a:p>
            <a:pPr algn="ctr">
              <a:lnSpc>
                <a:spcPts val="18292"/>
              </a:lnSpc>
            </a:pPr>
            <a:r>
              <a:rPr lang="en-US" sz="13065">
                <a:solidFill>
                  <a:srgbClr val="2C2F6F"/>
                </a:solidFill>
                <a:latin typeface="Shepherd"/>
                <a:ea typeface="Shepherd"/>
                <a:cs typeface="Shepherd"/>
                <a:sym typeface="Shepherd"/>
              </a:rPr>
              <a:t>CLUB STRUCTURE</a:t>
            </a:r>
          </a:p>
        </p:txBody>
      </p:sp>
      <p:sp>
        <p:nvSpPr>
          <p:cNvPr name="TextBox 5" id="5"/>
          <p:cNvSpPr txBox="true"/>
          <p:nvPr/>
        </p:nvSpPr>
        <p:spPr>
          <a:xfrm rot="0">
            <a:off x="1028700" y="3707164"/>
            <a:ext cx="5443437" cy="727075"/>
          </a:xfrm>
          <a:prstGeom prst="rect">
            <a:avLst/>
          </a:prstGeom>
        </p:spPr>
        <p:txBody>
          <a:bodyPr anchor="t" rtlCol="false" tIns="0" lIns="0" bIns="0" rIns="0">
            <a:spAutoFit/>
          </a:bodyPr>
          <a:lstStyle/>
          <a:p>
            <a:pPr algn="l">
              <a:lnSpc>
                <a:spcPts val="5599"/>
              </a:lnSpc>
            </a:pPr>
            <a:r>
              <a:rPr lang="en-US" sz="3999">
                <a:solidFill>
                  <a:srgbClr val="2C2F6F"/>
                </a:solidFill>
                <a:latin typeface="AC Soft Icecream"/>
                <a:ea typeface="AC Soft Icecream"/>
                <a:cs typeface="AC Soft Icecream"/>
                <a:sym typeface="AC Soft Icecream"/>
              </a:rPr>
              <a:t>Pol Monné</a:t>
            </a:r>
          </a:p>
        </p:txBody>
      </p:sp>
      <p:sp>
        <p:nvSpPr>
          <p:cNvPr name="TextBox 6" id="6"/>
          <p:cNvSpPr txBox="true"/>
          <p:nvPr/>
        </p:nvSpPr>
        <p:spPr>
          <a:xfrm rot="0">
            <a:off x="1028700" y="2349440"/>
            <a:ext cx="5767430" cy="1740564"/>
          </a:xfrm>
          <a:prstGeom prst="rect">
            <a:avLst/>
          </a:prstGeom>
        </p:spPr>
        <p:txBody>
          <a:bodyPr anchor="t" rtlCol="false" tIns="0" lIns="0" bIns="0" rIns="0">
            <a:spAutoFit/>
          </a:bodyPr>
          <a:lstStyle/>
          <a:p>
            <a:pPr algn="l">
              <a:lnSpc>
                <a:spcPts val="11688"/>
              </a:lnSpc>
            </a:pPr>
            <a:r>
              <a:rPr lang="en-US" sz="8348">
                <a:solidFill>
                  <a:srgbClr val="2C2F6F"/>
                </a:solidFill>
                <a:latin typeface="Shepherd"/>
                <a:ea typeface="Shepherd"/>
                <a:cs typeface="Shepherd"/>
                <a:sym typeface="Shepherd"/>
              </a:rPr>
              <a:t>PRESIDENT</a:t>
            </a:r>
          </a:p>
        </p:txBody>
      </p:sp>
      <p:sp>
        <p:nvSpPr>
          <p:cNvPr name="TextBox 7" id="7"/>
          <p:cNvSpPr txBox="true"/>
          <p:nvPr/>
        </p:nvSpPr>
        <p:spPr>
          <a:xfrm rot="0">
            <a:off x="1028700" y="5385553"/>
            <a:ext cx="5443437" cy="727075"/>
          </a:xfrm>
          <a:prstGeom prst="rect">
            <a:avLst/>
          </a:prstGeom>
        </p:spPr>
        <p:txBody>
          <a:bodyPr anchor="t" rtlCol="false" tIns="0" lIns="0" bIns="0" rIns="0">
            <a:spAutoFit/>
          </a:bodyPr>
          <a:lstStyle/>
          <a:p>
            <a:pPr algn="l">
              <a:lnSpc>
                <a:spcPts val="5599"/>
              </a:lnSpc>
            </a:pPr>
            <a:r>
              <a:rPr lang="en-US" sz="3999">
                <a:solidFill>
                  <a:srgbClr val="2C2F6F"/>
                </a:solidFill>
                <a:latin typeface="AC Soft Icecream"/>
                <a:ea typeface="AC Soft Icecream"/>
                <a:cs typeface="AC Soft Icecream"/>
                <a:sym typeface="AC Soft Icecream"/>
              </a:rPr>
              <a:t>Pau Casé</a:t>
            </a:r>
          </a:p>
        </p:txBody>
      </p:sp>
      <p:sp>
        <p:nvSpPr>
          <p:cNvPr name="TextBox 8" id="8"/>
          <p:cNvSpPr txBox="true"/>
          <p:nvPr/>
        </p:nvSpPr>
        <p:spPr>
          <a:xfrm rot="0">
            <a:off x="1028700" y="4027829"/>
            <a:ext cx="5767430" cy="1740564"/>
          </a:xfrm>
          <a:prstGeom prst="rect">
            <a:avLst/>
          </a:prstGeom>
        </p:spPr>
        <p:txBody>
          <a:bodyPr anchor="t" rtlCol="false" tIns="0" lIns="0" bIns="0" rIns="0">
            <a:spAutoFit/>
          </a:bodyPr>
          <a:lstStyle/>
          <a:p>
            <a:pPr algn="l">
              <a:lnSpc>
                <a:spcPts val="11688"/>
              </a:lnSpc>
            </a:pPr>
            <a:r>
              <a:rPr lang="en-US" sz="8348">
                <a:solidFill>
                  <a:srgbClr val="2C2F6F"/>
                </a:solidFill>
                <a:latin typeface="Shepherd"/>
                <a:ea typeface="Shepherd"/>
                <a:cs typeface="Shepherd"/>
                <a:sym typeface="Shepherd"/>
              </a:rPr>
              <a:t>VICEPRESIDENT</a:t>
            </a:r>
          </a:p>
        </p:txBody>
      </p:sp>
      <p:sp>
        <p:nvSpPr>
          <p:cNvPr name="TextBox 9" id="9"/>
          <p:cNvSpPr txBox="true"/>
          <p:nvPr/>
        </p:nvSpPr>
        <p:spPr>
          <a:xfrm rot="0">
            <a:off x="1028700" y="7063952"/>
            <a:ext cx="6794255" cy="727075"/>
          </a:xfrm>
          <a:prstGeom prst="rect">
            <a:avLst/>
          </a:prstGeom>
        </p:spPr>
        <p:txBody>
          <a:bodyPr anchor="t" rtlCol="false" tIns="0" lIns="0" bIns="0" rIns="0">
            <a:spAutoFit/>
          </a:bodyPr>
          <a:lstStyle/>
          <a:p>
            <a:pPr algn="l">
              <a:lnSpc>
                <a:spcPts val="5599"/>
              </a:lnSpc>
            </a:pPr>
            <a:r>
              <a:rPr lang="en-US" sz="3999">
                <a:solidFill>
                  <a:srgbClr val="2C2F6F"/>
                </a:solidFill>
                <a:latin typeface="AC Soft Icecream"/>
                <a:ea typeface="AC Soft Icecream"/>
                <a:cs typeface="AC Soft Icecream"/>
                <a:sym typeface="AC Soft Icecream"/>
              </a:rPr>
              <a:t>Wesley Keever</a:t>
            </a:r>
          </a:p>
        </p:txBody>
      </p:sp>
      <p:sp>
        <p:nvSpPr>
          <p:cNvPr name="TextBox 10" id="10"/>
          <p:cNvSpPr txBox="true"/>
          <p:nvPr/>
        </p:nvSpPr>
        <p:spPr>
          <a:xfrm rot="0">
            <a:off x="1028700" y="5706228"/>
            <a:ext cx="5767430" cy="1740564"/>
          </a:xfrm>
          <a:prstGeom prst="rect">
            <a:avLst/>
          </a:prstGeom>
        </p:spPr>
        <p:txBody>
          <a:bodyPr anchor="t" rtlCol="false" tIns="0" lIns="0" bIns="0" rIns="0">
            <a:spAutoFit/>
          </a:bodyPr>
          <a:lstStyle/>
          <a:p>
            <a:pPr algn="l">
              <a:lnSpc>
                <a:spcPts val="11688"/>
              </a:lnSpc>
            </a:pPr>
            <a:r>
              <a:rPr lang="en-US" sz="8348">
                <a:solidFill>
                  <a:srgbClr val="2C2F6F"/>
                </a:solidFill>
                <a:latin typeface="Shepherd"/>
                <a:ea typeface="Shepherd"/>
                <a:cs typeface="Shepherd"/>
                <a:sym typeface="Shepherd"/>
              </a:rPr>
              <a:t>MANAGEMENT</a:t>
            </a:r>
          </a:p>
        </p:txBody>
      </p:sp>
      <p:sp>
        <p:nvSpPr>
          <p:cNvPr name="TextBox 11" id="11"/>
          <p:cNvSpPr txBox="true"/>
          <p:nvPr/>
        </p:nvSpPr>
        <p:spPr>
          <a:xfrm rot="0">
            <a:off x="1028700" y="8742351"/>
            <a:ext cx="5443437" cy="727075"/>
          </a:xfrm>
          <a:prstGeom prst="rect">
            <a:avLst/>
          </a:prstGeom>
        </p:spPr>
        <p:txBody>
          <a:bodyPr anchor="t" rtlCol="false" tIns="0" lIns="0" bIns="0" rIns="0">
            <a:spAutoFit/>
          </a:bodyPr>
          <a:lstStyle/>
          <a:p>
            <a:pPr algn="l">
              <a:lnSpc>
                <a:spcPts val="5599"/>
              </a:lnSpc>
            </a:pPr>
            <a:r>
              <a:rPr lang="en-US" sz="3999">
                <a:solidFill>
                  <a:srgbClr val="2C2F6F"/>
                </a:solidFill>
                <a:latin typeface="AC Soft Icecream"/>
                <a:ea typeface="AC Soft Icecream"/>
                <a:cs typeface="AC Soft Icecream"/>
                <a:sym typeface="AC Soft Icecream"/>
              </a:rPr>
              <a:t>Ben escobar</a:t>
            </a:r>
          </a:p>
        </p:txBody>
      </p:sp>
      <p:sp>
        <p:nvSpPr>
          <p:cNvPr name="TextBox 12" id="12"/>
          <p:cNvSpPr txBox="true"/>
          <p:nvPr/>
        </p:nvSpPr>
        <p:spPr>
          <a:xfrm rot="0">
            <a:off x="1028700" y="7384627"/>
            <a:ext cx="6794255" cy="1740564"/>
          </a:xfrm>
          <a:prstGeom prst="rect">
            <a:avLst/>
          </a:prstGeom>
        </p:spPr>
        <p:txBody>
          <a:bodyPr anchor="t" rtlCol="false" tIns="0" lIns="0" bIns="0" rIns="0">
            <a:spAutoFit/>
          </a:bodyPr>
          <a:lstStyle/>
          <a:p>
            <a:pPr algn="l">
              <a:lnSpc>
                <a:spcPts val="11688"/>
              </a:lnSpc>
            </a:pPr>
            <a:r>
              <a:rPr lang="en-US" sz="8348">
                <a:solidFill>
                  <a:srgbClr val="2C2F6F"/>
                </a:solidFill>
                <a:latin typeface="Shepherd"/>
                <a:ea typeface="Shepherd"/>
                <a:cs typeface="Shepherd"/>
                <a:sym typeface="Shepherd"/>
              </a:rPr>
              <a:t>GRADUATE SUPPORT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51064" y="3158141"/>
            <a:ext cx="7108236" cy="6100159"/>
          </a:xfrm>
          <a:custGeom>
            <a:avLst/>
            <a:gdLst/>
            <a:ahLst/>
            <a:cxnLst/>
            <a:rect r="r" b="b" t="t" l="l"/>
            <a:pathLst>
              <a:path h="6100159" w="7108236">
                <a:moveTo>
                  <a:pt x="0" y="0"/>
                </a:moveTo>
                <a:lnTo>
                  <a:pt x="7108236" y="0"/>
                </a:lnTo>
                <a:lnTo>
                  <a:pt x="7108236" y="6100159"/>
                </a:lnTo>
                <a:lnTo>
                  <a:pt x="0" y="6100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711550" y="175921"/>
            <a:ext cx="12864901" cy="2735174"/>
          </a:xfrm>
          <a:prstGeom prst="rect">
            <a:avLst/>
          </a:prstGeom>
        </p:spPr>
        <p:txBody>
          <a:bodyPr anchor="t" rtlCol="false" tIns="0" lIns="0" bIns="0" rIns="0">
            <a:spAutoFit/>
          </a:bodyPr>
          <a:lstStyle/>
          <a:p>
            <a:pPr algn="ctr">
              <a:lnSpc>
                <a:spcPts val="18292"/>
              </a:lnSpc>
            </a:pPr>
            <a:r>
              <a:rPr lang="en-US" sz="13065">
                <a:solidFill>
                  <a:srgbClr val="2C2F6F"/>
                </a:solidFill>
                <a:latin typeface="Shepherd"/>
                <a:ea typeface="Shepherd"/>
                <a:cs typeface="Shepherd"/>
                <a:sym typeface="Shepherd"/>
              </a:rPr>
              <a:t>REQUIREMENTS</a:t>
            </a:r>
          </a:p>
        </p:txBody>
      </p:sp>
      <p:sp>
        <p:nvSpPr>
          <p:cNvPr name="TextBox 5" id="5"/>
          <p:cNvSpPr txBox="true"/>
          <p:nvPr/>
        </p:nvSpPr>
        <p:spPr>
          <a:xfrm rot="0">
            <a:off x="1028700" y="3225800"/>
            <a:ext cx="8537519" cy="4349750"/>
          </a:xfrm>
          <a:prstGeom prst="rect">
            <a:avLst/>
          </a:prstGeom>
        </p:spPr>
        <p:txBody>
          <a:bodyPr anchor="t" rtlCol="false" tIns="0" lIns="0" bIns="0" rIns="0">
            <a:spAutoFit/>
          </a:bodyPr>
          <a:lstStyle/>
          <a:p>
            <a:pPr algn="l" marL="755651" indent="-377825" lvl="1">
              <a:lnSpc>
                <a:spcPts val="4900"/>
              </a:lnSpc>
              <a:buFont typeface="Arial"/>
              <a:buChar char="•"/>
            </a:pPr>
            <a:r>
              <a:rPr lang="en-US" sz="3500">
                <a:solidFill>
                  <a:srgbClr val="2C2F6F"/>
                </a:solidFill>
                <a:latin typeface="AC Soft Icecream"/>
                <a:ea typeface="AC Soft Icecream"/>
                <a:cs typeface="AC Soft Icecream"/>
                <a:sym typeface="AC Soft Icecream"/>
              </a:rPr>
              <a:t>Present the club at the Student Engagement Fair (October)</a:t>
            </a:r>
          </a:p>
          <a:p>
            <a:pPr algn="l">
              <a:lnSpc>
                <a:spcPts val="4900"/>
              </a:lnSpc>
            </a:pPr>
          </a:p>
          <a:p>
            <a:pPr algn="l" marL="755651" indent="-377825" lvl="1">
              <a:lnSpc>
                <a:spcPts val="4900"/>
              </a:lnSpc>
              <a:buFont typeface="Arial"/>
              <a:buChar char="•"/>
            </a:pPr>
            <a:r>
              <a:rPr lang="en-US" sz="3500">
                <a:solidFill>
                  <a:srgbClr val="2C2F6F"/>
                </a:solidFill>
                <a:latin typeface="AC Soft Icecream"/>
                <a:ea typeface="AC Soft Icecream"/>
                <a:cs typeface="AC Soft Icecream"/>
                <a:sym typeface="AC Soft Icecream"/>
              </a:rPr>
              <a:t>Host a weekly/biweekly meeting.</a:t>
            </a:r>
          </a:p>
          <a:p>
            <a:pPr algn="l">
              <a:lnSpc>
                <a:spcPts val="4900"/>
              </a:lnSpc>
            </a:pPr>
          </a:p>
          <a:p>
            <a:pPr algn="l" marL="755651" indent="-377825" lvl="1">
              <a:lnSpc>
                <a:spcPts val="4900"/>
              </a:lnSpc>
              <a:buFont typeface="Arial"/>
              <a:buChar char="•"/>
            </a:pPr>
            <a:r>
              <a:rPr lang="en-US" sz="3500">
                <a:solidFill>
                  <a:srgbClr val="2C2F6F"/>
                </a:solidFill>
                <a:latin typeface="AC Soft Icecream"/>
                <a:ea typeface="AC Soft Icecream"/>
                <a:cs typeface="AC Soft Icecream"/>
                <a:sym typeface="AC Soft Icecream"/>
              </a:rPr>
              <a:t>You must organize at least one activity during the semester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36043" y="2626274"/>
            <a:ext cx="5028282" cy="6632026"/>
          </a:xfrm>
          <a:custGeom>
            <a:avLst/>
            <a:gdLst/>
            <a:ahLst/>
            <a:cxnLst/>
            <a:rect r="r" b="b" t="t" l="l"/>
            <a:pathLst>
              <a:path h="6632026" w="5028282">
                <a:moveTo>
                  <a:pt x="0" y="0"/>
                </a:moveTo>
                <a:lnTo>
                  <a:pt x="5028282" y="0"/>
                </a:lnTo>
                <a:lnTo>
                  <a:pt x="5028282" y="6632026"/>
                </a:lnTo>
                <a:lnTo>
                  <a:pt x="0" y="66320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711550" y="175921"/>
            <a:ext cx="12864901" cy="2735174"/>
          </a:xfrm>
          <a:prstGeom prst="rect">
            <a:avLst/>
          </a:prstGeom>
        </p:spPr>
        <p:txBody>
          <a:bodyPr anchor="t" rtlCol="false" tIns="0" lIns="0" bIns="0" rIns="0">
            <a:spAutoFit/>
          </a:bodyPr>
          <a:lstStyle/>
          <a:p>
            <a:pPr algn="ctr">
              <a:lnSpc>
                <a:spcPts val="18292"/>
              </a:lnSpc>
            </a:pPr>
            <a:r>
              <a:rPr lang="en-US" sz="13065">
                <a:solidFill>
                  <a:srgbClr val="2C2F6F"/>
                </a:solidFill>
                <a:latin typeface="Shepherd"/>
                <a:ea typeface="Shepherd"/>
                <a:cs typeface="Shepherd"/>
                <a:sym typeface="Shepherd"/>
              </a:rPr>
              <a:t>SUGGESTIONS</a:t>
            </a:r>
          </a:p>
        </p:txBody>
      </p:sp>
      <p:sp>
        <p:nvSpPr>
          <p:cNvPr name="TextBox 5" id="5"/>
          <p:cNvSpPr txBox="true"/>
          <p:nvPr/>
        </p:nvSpPr>
        <p:spPr>
          <a:xfrm rot="0">
            <a:off x="1028700" y="3225800"/>
            <a:ext cx="8866581" cy="6207125"/>
          </a:xfrm>
          <a:prstGeom prst="rect">
            <a:avLst/>
          </a:prstGeom>
        </p:spPr>
        <p:txBody>
          <a:bodyPr anchor="t" rtlCol="false" tIns="0" lIns="0" bIns="0" rIns="0">
            <a:spAutoFit/>
          </a:bodyPr>
          <a:lstStyle/>
          <a:p>
            <a:pPr algn="just">
              <a:lnSpc>
                <a:spcPts val="4900"/>
              </a:lnSpc>
            </a:pPr>
            <a:r>
              <a:rPr lang="en-US" sz="3500">
                <a:solidFill>
                  <a:srgbClr val="2C2F6F"/>
                </a:solidFill>
                <a:latin typeface="AC Soft Icecream"/>
                <a:ea typeface="AC Soft Icecream"/>
                <a:cs typeface="AC Soft Icecream"/>
                <a:sym typeface="AC Soft Icecream"/>
              </a:rPr>
              <a:t>You must organize at least one activity per semester</a:t>
            </a:r>
          </a:p>
          <a:p>
            <a:pPr algn="just">
              <a:lnSpc>
                <a:spcPts val="4900"/>
              </a:lnSpc>
            </a:pPr>
          </a:p>
          <a:p>
            <a:pPr algn="l" marL="755651" indent="-377825" lvl="1">
              <a:lnSpc>
                <a:spcPts val="4900"/>
              </a:lnSpc>
              <a:buFont typeface="Arial"/>
              <a:buChar char="•"/>
            </a:pPr>
            <a:r>
              <a:rPr lang="en-US" sz="3500">
                <a:solidFill>
                  <a:srgbClr val="2C2F6F"/>
                </a:solidFill>
                <a:latin typeface="AC Soft Icecream"/>
                <a:ea typeface="AC Soft Icecream"/>
                <a:cs typeface="AC Soft Icecream"/>
                <a:sym typeface="AC Soft Icecream"/>
              </a:rPr>
              <a:t>Tour of Fermi National Accelerator Laboratory (Fermilab)</a:t>
            </a:r>
          </a:p>
          <a:p>
            <a:pPr algn="l">
              <a:lnSpc>
                <a:spcPts val="4900"/>
              </a:lnSpc>
            </a:pPr>
          </a:p>
          <a:p>
            <a:pPr algn="l" marL="755651" indent="-377825" lvl="1">
              <a:lnSpc>
                <a:spcPts val="4900"/>
              </a:lnSpc>
              <a:buFont typeface="Arial"/>
              <a:buChar char="•"/>
            </a:pPr>
            <a:r>
              <a:rPr lang="en-US" sz="3500">
                <a:solidFill>
                  <a:srgbClr val="2C2F6F"/>
                </a:solidFill>
                <a:latin typeface="AC Soft Icecream"/>
                <a:ea typeface="AC Soft Icecream"/>
                <a:cs typeface="AC Soft Icecream"/>
                <a:sym typeface="AC Soft Icecream"/>
              </a:rPr>
              <a:t>Movie Night. Data Science and AI related</a:t>
            </a:r>
          </a:p>
          <a:p>
            <a:pPr algn="l">
              <a:lnSpc>
                <a:spcPts val="4900"/>
              </a:lnSpc>
            </a:pPr>
          </a:p>
          <a:p>
            <a:pPr algn="l" marL="755651" indent="-377825" lvl="1">
              <a:lnSpc>
                <a:spcPts val="4900"/>
              </a:lnSpc>
              <a:buFont typeface="Arial"/>
              <a:buChar char="•"/>
            </a:pPr>
            <a:r>
              <a:rPr lang="en-US" sz="3500">
                <a:solidFill>
                  <a:srgbClr val="2C2F6F"/>
                </a:solidFill>
                <a:latin typeface="AC Soft Icecream"/>
                <a:ea typeface="AC Soft Icecream"/>
                <a:cs typeface="AC Soft Icecream"/>
                <a:sym typeface="AC Soft Icecream"/>
              </a:rPr>
              <a:t>Datathon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748880" y="3086100"/>
            <a:ext cx="7510420" cy="6172200"/>
          </a:xfrm>
          <a:custGeom>
            <a:avLst/>
            <a:gdLst/>
            <a:ahLst/>
            <a:cxnLst/>
            <a:rect r="r" b="b" t="t" l="l"/>
            <a:pathLst>
              <a:path h="6172200" w="7510420">
                <a:moveTo>
                  <a:pt x="7510420" y="0"/>
                </a:moveTo>
                <a:lnTo>
                  <a:pt x="0" y="0"/>
                </a:lnTo>
                <a:lnTo>
                  <a:pt x="0" y="6172200"/>
                </a:lnTo>
                <a:lnTo>
                  <a:pt x="7510420" y="6172200"/>
                </a:lnTo>
                <a:lnTo>
                  <a:pt x="751042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711550" y="175921"/>
            <a:ext cx="12864901" cy="2735174"/>
          </a:xfrm>
          <a:prstGeom prst="rect">
            <a:avLst/>
          </a:prstGeom>
        </p:spPr>
        <p:txBody>
          <a:bodyPr anchor="t" rtlCol="false" tIns="0" lIns="0" bIns="0" rIns="0">
            <a:spAutoFit/>
          </a:bodyPr>
          <a:lstStyle/>
          <a:p>
            <a:pPr algn="ctr">
              <a:lnSpc>
                <a:spcPts val="18292"/>
              </a:lnSpc>
            </a:pPr>
            <a:r>
              <a:rPr lang="en-US" sz="13065">
                <a:solidFill>
                  <a:srgbClr val="2C2F6F"/>
                </a:solidFill>
                <a:latin typeface="Shepherd"/>
                <a:ea typeface="Shepherd"/>
                <a:cs typeface="Shepherd"/>
                <a:sym typeface="Shepherd"/>
              </a:rPr>
              <a:t>PROJECT GOALS</a:t>
            </a:r>
          </a:p>
        </p:txBody>
      </p:sp>
      <p:sp>
        <p:nvSpPr>
          <p:cNvPr name="TextBox 5" id="5"/>
          <p:cNvSpPr txBox="true"/>
          <p:nvPr/>
        </p:nvSpPr>
        <p:spPr>
          <a:xfrm rot="0">
            <a:off x="1028700" y="3051175"/>
            <a:ext cx="8115300" cy="4098290"/>
          </a:xfrm>
          <a:prstGeom prst="rect">
            <a:avLst/>
          </a:prstGeom>
        </p:spPr>
        <p:txBody>
          <a:bodyPr anchor="t" rtlCol="false" tIns="0" lIns="0" bIns="0" rIns="0">
            <a:spAutoFit/>
          </a:bodyPr>
          <a:lstStyle/>
          <a:p>
            <a:pPr algn="just" marL="755651" indent="-377825" lvl="1">
              <a:lnSpc>
                <a:spcPts val="6580"/>
              </a:lnSpc>
              <a:buAutoNum type="arabicPeriod" startAt="1"/>
            </a:pPr>
            <a:r>
              <a:rPr lang="en-US" sz="3500">
                <a:solidFill>
                  <a:srgbClr val="2C2F6F"/>
                </a:solidFill>
                <a:latin typeface="AC Soft Icecream"/>
                <a:ea typeface="AC Soft Icecream"/>
                <a:cs typeface="AC Soft Icecream"/>
                <a:sym typeface="AC Soft Icecream"/>
              </a:rPr>
              <a:t>Engage the Lewis Community in the Data Science and AI world.</a:t>
            </a:r>
          </a:p>
          <a:p>
            <a:pPr algn="just" marL="755651" indent="-377825" lvl="1">
              <a:lnSpc>
                <a:spcPts val="6580"/>
              </a:lnSpc>
              <a:buAutoNum type="arabicPeriod" startAt="1"/>
            </a:pPr>
            <a:r>
              <a:rPr lang="en-US" sz="3500">
                <a:solidFill>
                  <a:srgbClr val="2C2F6F"/>
                </a:solidFill>
                <a:latin typeface="AC Soft Icecream"/>
                <a:ea typeface="AC Soft Icecream"/>
                <a:cs typeface="AC Soft Icecream"/>
                <a:sym typeface="AC Soft Icecream"/>
              </a:rPr>
              <a:t>Help students in their learning journey.</a:t>
            </a:r>
          </a:p>
          <a:p>
            <a:pPr algn="just" marL="755651" indent="-377825" lvl="1">
              <a:lnSpc>
                <a:spcPts val="6580"/>
              </a:lnSpc>
              <a:buAutoNum type="arabicPeriod" startAt="1"/>
            </a:pPr>
            <a:r>
              <a:rPr lang="en-US" sz="3500">
                <a:solidFill>
                  <a:srgbClr val="2C2F6F"/>
                </a:solidFill>
                <a:latin typeface="AC Soft Icecream"/>
                <a:ea typeface="AC Soft Icecream"/>
                <a:cs typeface="AC Soft Icecream"/>
                <a:sym typeface="AC Soft Icecream"/>
              </a:rPr>
              <a:t>Have fun with data!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711550" y="175921"/>
            <a:ext cx="12864901" cy="2735174"/>
          </a:xfrm>
          <a:prstGeom prst="rect">
            <a:avLst/>
          </a:prstGeom>
        </p:spPr>
        <p:txBody>
          <a:bodyPr anchor="t" rtlCol="false" tIns="0" lIns="0" bIns="0" rIns="0">
            <a:spAutoFit/>
          </a:bodyPr>
          <a:lstStyle/>
          <a:p>
            <a:pPr algn="ctr">
              <a:lnSpc>
                <a:spcPts val="18292"/>
              </a:lnSpc>
            </a:pPr>
            <a:r>
              <a:rPr lang="en-US" sz="13065">
                <a:solidFill>
                  <a:srgbClr val="2C2F6F"/>
                </a:solidFill>
                <a:latin typeface="Shepherd"/>
                <a:ea typeface="Shepherd"/>
                <a:cs typeface="Shepherd"/>
                <a:sym typeface="Shepherd"/>
              </a:rPr>
              <a:t>RESOURCES</a:t>
            </a:r>
          </a:p>
        </p:txBody>
      </p:sp>
      <p:sp>
        <p:nvSpPr>
          <p:cNvPr name="Freeform 4" id="4"/>
          <p:cNvSpPr/>
          <p:nvPr/>
        </p:nvSpPr>
        <p:spPr>
          <a:xfrm flipH="false" flipV="false" rot="0">
            <a:off x="9974515" y="3086100"/>
            <a:ext cx="7284785" cy="6172200"/>
          </a:xfrm>
          <a:custGeom>
            <a:avLst/>
            <a:gdLst/>
            <a:ahLst/>
            <a:cxnLst/>
            <a:rect r="r" b="b" t="t" l="l"/>
            <a:pathLst>
              <a:path h="6172200" w="7284785">
                <a:moveTo>
                  <a:pt x="0" y="0"/>
                </a:moveTo>
                <a:lnTo>
                  <a:pt x="7284785" y="0"/>
                </a:lnTo>
                <a:lnTo>
                  <a:pt x="7284785"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2981325"/>
            <a:ext cx="8115300" cy="5588000"/>
          </a:xfrm>
          <a:prstGeom prst="rect">
            <a:avLst/>
          </a:prstGeom>
        </p:spPr>
        <p:txBody>
          <a:bodyPr anchor="t" rtlCol="false" tIns="0" lIns="0" bIns="0" rIns="0">
            <a:spAutoFit/>
          </a:bodyPr>
          <a:lstStyle/>
          <a:p>
            <a:pPr algn="just" marL="755651" indent="-377825" lvl="1">
              <a:lnSpc>
                <a:spcPts val="4900"/>
              </a:lnSpc>
              <a:buAutoNum type="arabicPeriod" startAt="1"/>
            </a:pPr>
            <a:r>
              <a:rPr lang="en-US" sz="3500">
                <a:solidFill>
                  <a:srgbClr val="2C2F6F"/>
                </a:solidFill>
                <a:latin typeface="AC Soft Icecream"/>
                <a:ea typeface="AC Soft Icecream"/>
                <a:cs typeface="AC Soft Icecream"/>
                <a:sym typeface="AC Soft Icecream"/>
              </a:rPr>
              <a:t>You can reserve a room on a recurrent basis on-campus to hold the meetings.</a:t>
            </a:r>
          </a:p>
          <a:p>
            <a:pPr algn="just" marL="755651" indent="-377825" lvl="1">
              <a:lnSpc>
                <a:spcPts val="4900"/>
              </a:lnSpc>
              <a:buAutoNum type="arabicPeriod" startAt="1"/>
            </a:pPr>
            <a:r>
              <a:rPr lang="en-US" sz="3500">
                <a:solidFill>
                  <a:srgbClr val="2C2F6F"/>
                </a:solidFill>
                <a:latin typeface="AC Soft Icecream"/>
                <a:ea typeface="AC Soft Icecream"/>
                <a:cs typeface="AC Soft Icecream"/>
                <a:sym typeface="AC Soft Icecream"/>
              </a:rPr>
              <a:t>You will have a limited budget for the semester to order food and resources (≈ 200$). </a:t>
            </a:r>
          </a:p>
          <a:p>
            <a:pPr algn="just" marL="755651" indent="-377825" lvl="1">
              <a:lnSpc>
                <a:spcPts val="4900"/>
              </a:lnSpc>
              <a:buAutoNum type="arabicPeriod" startAt="1"/>
            </a:pPr>
            <a:r>
              <a:rPr lang="en-US" sz="3500">
                <a:solidFill>
                  <a:srgbClr val="2C2F6F"/>
                </a:solidFill>
                <a:latin typeface="AC Soft Icecream"/>
                <a:ea typeface="AC Soft Icecream"/>
                <a:cs typeface="AC Soft Icecream"/>
                <a:sym typeface="AC Soft Icecream"/>
              </a:rPr>
              <a:t>You can request a shuttle service for the club members if you organize off-campus activities.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8796" y="2911095"/>
            <a:ext cx="6700504" cy="6347205"/>
          </a:xfrm>
          <a:custGeom>
            <a:avLst/>
            <a:gdLst/>
            <a:ahLst/>
            <a:cxnLst/>
            <a:rect r="r" b="b" t="t" l="l"/>
            <a:pathLst>
              <a:path h="6347205" w="6700504">
                <a:moveTo>
                  <a:pt x="0" y="0"/>
                </a:moveTo>
                <a:lnTo>
                  <a:pt x="6700504" y="0"/>
                </a:lnTo>
                <a:lnTo>
                  <a:pt x="6700504" y="6347205"/>
                </a:lnTo>
                <a:lnTo>
                  <a:pt x="0" y="6347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711550" y="175921"/>
            <a:ext cx="12864901" cy="2735174"/>
          </a:xfrm>
          <a:prstGeom prst="rect">
            <a:avLst/>
          </a:prstGeom>
        </p:spPr>
        <p:txBody>
          <a:bodyPr anchor="t" rtlCol="false" tIns="0" lIns="0" bIns="0" rIns="0">
            <a:spAutoFit/>
          </a:bodyPr>
          <a:lstStyle/>
          <a:p>
            <a:pPr algn="ctr">
              <a:lnSpc>
                <a:spcPts val="18292"/>
              </a:lnSpc>
            </a:pPr>
            <a:r>
              <a:rPr lang="en-US" sz="13065">
                <a:solidFill>
                  <a:srgbClr val="2C2F6F"/>
                </a:solidFill>
                <a:latin typeface="Shepherd"/>
                <a:ea typeface="Shepherd"/>
                <a:cs typeface="Shepherd"/>
                <a:sym typeface="Shepherd"/>
              </a:rPr>
              <a:t>CONCLUSION</a:t>
            </a:r>
          </a:p>
        </p:txBody>
      </p:sp>
      <p:sp>
        <p:nvSpPr>
          <p:cNvPr name="TextBox 5" id="5"/>
          <p:cNvSpPr txBox="true"/>
          <p:nvPr/>
        </p:nvSpPr>
        <p:spPr>
          <a:xfrm rot="0">
            <a:off x="1028700" y="3225800"/>
            <a:ext cx="8866581" cy="3111500"/>
          </a:xfrm>
          <a:prstGeom prst="rect">
            <a:avLst/>
          </a:prstGeom>
        </p:spPr>
        <p:txBody>
          <a:bodyPr anchor="t" rtlCol="false" tIns="0" lIns="0" bIns="0" rIns="0">
            <a:spAutoFit/>
          </a:bodyPr>
          <a:lstStyle/>
          <a:p>
            <a:pPr algn="just">
              <a:lnSpc>
                <a:spcPts val="4900"/>
              </a:lnSpc>
            </a:pPr>
            <a:r>
              <a:rPr lang="en-US" sz="3500">
                <a:solidFill>
                  <a:srgbClr val="2C2F6F"/>
                </a:solidFill>
                <a:latin typeface="AC Soft Icecream"/>
                <a:ea typeface="AC Soft Icecream"/>
                <a:cs typeface="AC Soft Icecream"/>
                <a:sym typeface="AC Soft Icecream"/>
              </a:rPr>
              <a:t>We hope you had fun learning and playing with data during this semester and hope you are as excited as we were to embark on leading and organizing this club and community.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42564">
            <a:off x="-4172863" y="-4528262"/>
            <a:ext cx="13705484" cy="12185421"/>
          </a:xfrm>
          <a:custGeom>
            <a:avLst/>
            <a:gdLst/>
            <a:ahLst/>
            <a:cxnLst/>
            <a:rect r="r" b="b" t="t" l="l"/>
            <a:pathLst>
              <a:path h="12185421" w="13705484">
                <a:moveTo>
                  <a:pt x="0" y="0"/>
                </a:moveTo>
                <a:lnTo>
                  <a:pt x="13705484" y="0"/>
                </a:lnTo>
                <a:lnTo>
                  <a:pt x="13705484" y="12185421"/>
                </a:lnTo>
                <a:lnTo>
                  <a:pt x="0" y="121854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188971" y="3399754"/>
            <a:ext cx="8070329" cy="5825311"/>
          </a:xfrm>
          <a:custGeom>
            <a:avLst/>
            <a:gdLst/>
            <a:ahLst/>
            <a:cxnLst/>
            <a:rect r="r" b="b" t="t" l="l"/>
            <a:pathLst>
              <a:path h="5825311" w="8070329">
                <a:moveTo>
                  <a:pt x="0" y="0"/>
                </a:moveTo>
                <a:lnTo>
                  <a:pt x="8070329" y="0"/>
                </a:lnTo>
                <a:lnTo>
                  <a:pt x="8070329" y="5825311"/>
                </a:lnTo>
                <a:lnTo>
                  <a:pt x="0" y="5825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2089364"/>
            <a:ext cx="8873923" cy="4223046"/>
          </a:xfrm>
          <a:prstGeom prst="rect">
            <a:avLst/>
          </a:prstGeom>
        </p:spPr>
        <p:txBody>
          <a:bodyPr anchor="t" rtlCol="false" tIns="0" lIns="0" bIns="0" rIns="0">
            <a:spAutoFit/>
          </a:bodyPr>
          <a:lstStyle/>
          <a:p>
            <a:pPr algn="l">
              <a:lnSpc>
                <a:spcPts val="9276"/>
              </a:lnSpc>
            </a:pPr>
            <a:r>
              <a:rPr lang="en-US" sz="13065">
                <a:solidFill>
                  <a:srgbClr val="2C2F6F"/>
                </a:solidFill>
                <a:latin typeface="Shepherd"/>
                <a:ea typeface="Shepherd"/>
                <a:cs typeface="Shepherd"/>
                <a:sym typeface="Shepherd"/>
              </a:rPr>
              <a:t>DOES ANYONE HAVE ANY QUESTIONS?</a:t>
            </a:r>
          </a:p>
        </p:txBody>
      </p:sp>
      <p:sp>
        <p:nvSpPr>
          <p:cNvPr name="TextBox 6" id="6"/>
          <p:cNvSpPr txBox="true"/>
          <p:nvPr/>
        </p:nvSpPr>
        <p:spPr>
          <a:xfrm rot="0">
            <a:off x="1028700" y="5942522"/>
            <a:ext cx="5761348" cy="635000"/>
          </a:xfrm>
          <a:prstGeom prst="rect">
            <a:avLst/>
          </a:prstGeom>
        </p:spPr>
        <p:txBody>
          <a:bodyPr anchor="t" rtlCol="false" tIns="0" lIns="0" bIns="0" rIns="0">
            <a:spAutoFit/>
          </a:bodyPr>
          <a:lstStyle/>
          <a:p>
            <a:pPr algn="l">
              <a:lnSpc>
                <a:spcPts val="4900"/>
              </a:lnSpc>
            </a:pPr>
            <a:r>
              <a:rPr lang="en-US" sz="3500">
                <a:solidFill>
                  <a:srgbClr val="2C2F6F"/>
                </a:solidFill>
                <a:latin typeface="AC Soft Icecream"/>
                <a:ea typeface="AC Soft Icecream"/>
                <a:cs typeface="AC Soft Icecream"/>
                <a:sym typeface="AC Soft Icecream"/>
              </a:rPr>
              <a:t>Raise your hand, please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FAFF"/>
        </a:solidFill>
      </p:bgPr>
    </p:bg>
    <p:spTree>
      <p:nvGrpSpPr>
        <p:cNvPr id="1" name=""/>
        <p:cNvGrpSpPr/>
        <p:nvPr/>
      </p:nvGrpSpPr>
      <p:grpSpPr>
        <a:xfrm>
          <a:off x="0" y="0"/>
          <a:ext cx="0" cy="0"/>
          <a:chOff x="0" y="0"/>
          <a:chExt cx="0" cy="0"/>
        </a:xfrm>
      </p:grpSpPr>
      <p:sp>
        <p:nvSpPr>
          <p:cNvPr name="Freeform 2" id="2"/>
          <p:cNvSpPr/>
          <p:nvPr/>
        </p:nvSpPr>
        <p:spPr>
          <a:xfrm flipH="false" flipV="false" rot="1342564">
            <a:off x="7511285" y="3165589"/>
            <a:ext cx="13705484" cy="12185421"/>
          </a:xfrm>
          <a:custGeom>
            <a:avLst/>
            <a:gdLst/>
            <a:ahLst/>
            <a:cxnLst/>
            <a:rect r="r" b="b" t="t" l="l"/>
            <a:pathLst>
              <a:path h="12185421" w="13705484">
                <a:moveTo>
                  <a:pt x="0" y="0"/>
                </a:moveTo>
                <a:lnTo>
                  <a:pt x="13705484" y="0"/>
                </a:lnTo>
                <a:lnTo>
                  <a:pt x="13705484" y="12185422"/>
                </a:lnTo>
                <a:lnTo>
                  <a:pt x="0" y="12185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42564">
            <a:off x="-4172863" y="-4528262"/>
            <a:ext cx="13705484" cy="12185421"/>
          </a:xfrm>
          <a:custGeom>
            <a:avLst/>
            <a:gdLst/>
            <a:ahLst/>
            <a:cxnLst/>
            <a:rect r="r" b="b" t="t" l="l"/>
            <a:pathLst>
              <a:path h="12185421" w="13705484">
                <a:moveTo>
                  <a:pt x="0" y="0"/>
                </a:moveTo>
                <a:lnTo>
                  <a:pt x="13705484" y="0"/>
                </a:lnTo>
                <a:lnTo>
                  <a:pt x="13705484" y="12185421"/>
                </a:lnTo>
                <a:lnTo>
                  <a:pt x="0" y="121854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395418" y="3138770"/>
            <a:ext cx="7863882" cy="6119530"/>
          </a:xfrm>
          <a:custGeom>
            <a:avLst/>
            <a:gdLst/>
            <a:ahLst/>
            <a:cxnLst/>
            <a:rect r="r" b="b" t="t" l="l"/>
            <a:pathLst>
              <a:path h="6119530" w="7863882">
                <a:moveTo>
                  <a:pt x="0" y="0"/>
                </a:moveTo>
                <a:lnTo>
                  <a:pt x="7863882" y="0"/>
                </a:lnTo>
                <a:lnTo>
                  <a:pt x="7863882" y="6119530"/>
                </a:lnTo>
                <a:lnTo>
                  <a:pt x="0" y="61195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1190625"/>
            <a:ext cx="6659722" cy="2969407"/>
          </a:xfrm>
          <a:prstGeom prst="rect">
            <a:avLst/>
          </a:prstGeom>
        </p:spPr>
        <p:txBody>
          <a:bodyPr anchor="t" rtlCol="false" tIns="0" lIns="0" bIns="0" rIns="0">
            <a:spAutoFit/>
          </a:bodyPr>
          <a:lstStyle/>
          <a:p>
            <a:pPr algn="l">
              <a:lnSpc>
                <a:spcPts val="14636"/>
              </a:lnSpc>
            </a:pPr>
            <a:r>
              <a:rPr lang="en-US" sz="20614">
                <a:solidFill>
                  <a:srgbClr val="2C2F6F"/>
                </a:solidFill>
                <a:latin typeface="Shepherd"/>
                <a:ea typeface="Shepherd"/>
                <a:cs typeface="Shepherd"/>
                <a:sym typeface="Shepherd"/>
              </a:rPr>
              <a:t>THANK</a:t>
            </a:r>
          </a:p>
        </p:txBody>
      </p:sp>
      <p:sp>
        <p:nvSpPr>
          <p:cNvPr name="TextBox 6" id="6"/>
          <p:cNvSpPr txBox="true"/>
          <p:nvPr/>
        </p:nvSpPr>
        <p:spPr>
          <a:xfrm rot="0">
            <a:off x="1028700" y="2238268"/>
            <a:ext cx="6659722" cy="4966004"/>
          </a:xfrm>
          <a:prstGeom prst="rect">
            <a:avLst/>
          </a:prstGeom>
        </p:spPr>
        <p:txBody>
          <a:bodyPr anchor="t" rtlCol="false" tIns="0" lIns="0" bIns="0" rIns="0">
            <a:spAutoFit/>
          </a:bodyPr>
          <a:lstStyle/>
          <a:p>
            <a:pPr algn="l">
              <a:lnSpc>
                <a:spcPts val="24592"/>
              </a:lnSpc>
            </a:pPr>
            <a:r>
              <a:rPr lang="en-US" sz="34637">
                <a:solidFill>
                  <a:srgbClr val="2C2F6F"/>
                </a:solidFill>
                <a:latin typeface="Shepherd"/>
                <a:ea typeface="Shepherd"/>
                <a:cs typeface="Shepherd"/>
                <a:sym typeface="Shepher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DAHHf3ZCrQo</dc:identifier>
  <dcterms:modified xsi:type="dcterms:W3CDTF">2011-08-01T06:04:30Z</dcterms:modified>
  <cp:revision>1</cp:revision>
  <dc:title>Leadership</dc:title>
</cp:coreProperties>
</file>